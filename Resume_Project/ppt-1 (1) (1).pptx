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2" r:id="rId8"/>
    <p:sldId id="264" r:id="rId9"/>
    <p:sldId id="273" r:id="rId10"/>
    <p:sldId id="265" r:id="rId11"/>
    <p:sldId id="266" r:id="rId12"/>
    <p:sldId id="274" r:id="rId13"/>
    <p:sldId id="267" r:id="rId14"/>
    <p:sldId id="270" r:id="rId15"/>
  </p:sldIdLst>
  <p:sldSz cx="18288000" cy="10287000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Anantason Bold" charset="-34"/>
      <p:regular r:id="rId20"/>
    </p:embeddedFont>
    <p:embeddedFont>
      <p:font typeface="Cloud" charset="0"/>
      <p:regular r:id="rId21"/>
    </p:embeddedFont>
    <p:embeddedFont>
      <p:font typeface="Anantason" charset="-34"/>
      <p:regular r:id="rId22"/>
    </p:embeddedFont>
    <p:embeddedFont>
      <p:font typeface="Cloud Bold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CFFEB-1F55-4173-9203-95A607316AF6}" v="20" dt="2026-01-26T20:52:44.738"/>
    <p1510:client id="{727CA213-B76E-4546-B4C1-ABD26F27F035}" v="57" dt="2026-01-27T15:48:56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8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UTHA VARSHINI" userId="184be7666d843d8a" providerId="LiveId" clId="{7C746216-06B6-423B-8883-40822FFD113E}"/>
    <pc:docChg chg="undo custSel addSld delSld modSld">
      <pc:chgData name="AMRUTHA VARSHINI" userId="184be7666d843d8a" providerId="LiveId" clId="{7C746216-06B6-423B-8883-40822FFD113E}" dt="2026-01-27T15:49:55.427" v="763" actId="14100"/>
      <pc:docMkLst>
        <pc:docMk/>
      </pc:docMkLst>
      <pc:sldChg chg="modSp mod">
        <pc:chgData name="AMRUTHA VARSHINI" userId="184be7666d843d8a" providerId="LiveId" clId="{7C746216-06B6-423B-8883-40822FFD113E}" dt="2026-01-26T22:21:07.560" v="230" actId="1076"/>
        <pc:sldMkLst>
          <pc:docMk/>
          <pc:sldMk cId="0" sldId="259"/>
        </pc:sldMkLst>
        <pc:spChg chg="mod">
          <ac:chgData name="AMRUTHA VARSHINI" userId="184be7666d843d8a" providerId="LiveId" clId="{7C746216-06B6-423B-8883-40822FFD113E}" dt="2026-01-26T22:21:07.560" v="23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MRUTHA VARSHINI" userId="184be7666d843d8a" providerId="LiveId" clId="{7C746216-06B6-423B-8883-40822FFD113E}" dt="2026-01-26T22:21:02.036" v="229" actId="1076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AMRUTHA VARSHINI" userId="184be7666d843d8a" providerId="LiveId" clId="{7C746216-06B6-423B-8883-40822FFD113E}" dt="2026-01-26T21:12:42.760" v="84" actId="1076"/>
        <pc:sldMkLst>
          <pc:docMk/>
          <pc:sldMk cId="0" sldId="260"/>
        </pc:sldMkLst>
        <pc:spChg chg="mod">
          <ac:chgData name="AMRUTHA VARSHINI" userId="184be7666d843d8a" providerId="LiveId" clId="{7C746216-06B6-423B-8883-40822FFD113E}" dt="2026-01-26T21:12:42.760" v="84" actId="107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AMRUTHA VARSHINI" userId="184be7666d843d8a" providerId="LiveId" clId="{7C746216-06B6-423B-8883-40822FFD113E}" dt="2026-01-27T15:19:14.743" v="719" actId="20577"/>
        <pc:sldMkLst>
          <pc:docMk/>
          <pc:sldMk cId="0" sldId="262"/>
        </pc:sldMkLst>
        <pc:spChg chg="mod">
          <ac:chgData name="AMRUTHA VARSHINI" userId="184be7666d843d8a" providerId="LiveId" clId="{7C746216-06B6-423B-8883-40822FFD113E}" dt="2026-01-27T15:10:35.112" v="668" actId="113"/>
          <ac:spMkLst>
            <pc:docMk/>
            <pc:sldMk cId="0" sldId="262"/>
            <ac:spMk id="8" creationId="{00000000-0000-0000-0000-000000000000}"/>
          </ac:spMkLst>
        </pc:spChg>
        <pc:spChg chg="mod">
          <ac:chgData name="AMRUTHA VARSHINI" userId="184be7666d843d8a" providerId="LiveId" clId="{7C746216-06B6-423B-8883-40822FFD113E}" dt="2026-01-27T15:19:14.743" v="719" actId="20577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AMRUTHA VARSHINI" userId="184be7666d843d8a" providerId="LiveId" clId="{7C746216-06B6-423B-8883-40822FFD113E}" dt="2026-01-26T21:10:44.625" v="82" actId="1076"/>
        <pc:sldMkLst>
          <pc:docMk/>
          <pc:sldMk cId="0" sldId="263"/>
        </pc:sldMkLst>
        <pc:spChg chg="mod">
          <ac:chgData name="AMRUTHA VARSHINI" userId="184be7666d843d8a" providerId="LiveId" clId="{7C746216-06B6-423B-8883-40822FFD113E}" dt="2026-01-26T21:10:44.625" v="82" actId="1076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AMRUTHA VARSHINI" userId="184be7666d843d8a" providerId="LiveId" clId="{7C746216-06B6-423B-8883-40822FFD113E}" dt="2026-01-26T22:30:23.503" v="396" actId="1076"/>
        <pc:sldMkLst>
          <pc:docMk/>
          <pc:sldMk cId="0" sldId="265"/>
        </pc:sldMkLst>
        <pc:spChg chg="mod">
          <ac:chgData name="AMRUTHA VARSHINI" userId="184be7666d843d8a" providerId="LiveId" clId="{7C746216-06B6-423B-8883-40822FFD113E}" dt="2026-01-26T22:30:23.503" v="396" actId="1076"/>
          <ac:spMkLst>
            <pc:docMk/>
            <pc:sldMk cId="0" sldId="265"/>
            <ac:spMk id="14" creationId="{A8A82804-3031-E628-680F-C9F0315ED205}"/>
          </ac:spMkLst>
        </pc:spChg>
      </pc:sldChg>
      <pc:sldChg chg="modSp mod">
        <pc:chgData name="AMRUTHA VARSHINI" userId="184be7666d843d8a" providerId="LiveId" clId="{7C746216-06B6-423B-8883-40822FFD113E}" dt="2026-01-26T22:31:47.908" v="461" actId="14100"/>
        <pc:sldMkLst>
          <pc:docMk/>
          <pc:sldMk cId="2906174671" sldId="266"/>
        </pc:sldMkLst>
        <pc:spChg chg="mod">
          <ac:chgData name="AMRUTHA VARSHINI" userId="184be7666d843d8a" providerId="LiveId" clId="{7C746216-06B6-423B-8883-40822FFD113E}" dt="2026-01-26T22:31:47.908" v="461" actId="14100"/>
          <ac:spMkLst>
            <pc:docMk/>
            <pc:sldMk cId="2906174671" sldId="266"/>
            <ac:spMk id="3" creationId="{CBBDEA79-F5E3-14DC-926F-D2F719A2936C}"/>
          </ac:spMkLst>
        </pc:spChg>
      </pc:sldChg>
      <pc:sldChg chg="addSp delSp modSp mod">
        <pc:chgData name="AMRUTHA VARSHINI" userId="184be7666d843d8a" providerId="LiveId" clId="{7C746216-06B6-423B-8883-40822FFD113E}" dt="2026-01-26T22:27:57.794" v="301" actId="14100"/>
        <pc:sldMkLst>
          <pc:docMk/>
          <pc:sldMk cId="2685813620" sldId="267"/>
        </pc:sldMkLst>
        <pc:spChg chg="mod">
          <ac:chgData name="AMRUTHA VARSHINI" userId="184be7666d843d8a" providerId="LiveId" clId="{7C746216-06B6-423B-8883-40822FFD113E}" dt="2026-01-26T22:27:33.645" v="295" actId="27636"/>
          <ac:spMkLst>
            <pc:docMk/>
            <pc:sldMk cId="2685813620" sldId="267"/>
            <ac:spMk id="12" creationId="{16D61785-72D4-B11D-338E-16314D3FD84A}"/>
          </ac:spMkLst>
        </pc:spChg>
        <pc:picChg chg="del">
          <ac:chgData name="AMRUTHA VARSHINI" userId="184be7666d843d8a" providerId="LiveId" clId="{7C746216-06B6-423B-8883-40822FFD113E}" dt="2026-01-26T22:27:28.635" v="293" actId="478"/>
          <ac:picMkLst>
            <pc:docMk/>
            <pc:sldMk cId="2685813620" sldId="267"/>
            <ac:picMk id="4" creationId="{DCA175C9-B393-5B43-4E96-379ADD895E80}"/>
          </ac:picMkLst>
        </pc:picChg>
        <pc:picChg chg="add mod">
          <ac:chgData name="AMRUTHA VARSHINI" userId="184be7666d843d8a" providerId="LiveId" clId="{7C746216-06B6-423B-8883-40822FFD113E}" dt="2026-01-26T22:27:57.794" v="301" actId="14100"/>
          <ac:picMkLst>
            <pc:docMk/>
            <pc:sldMk cId="2685813620" sldId="267"/>
            <ac:picMk id="5" creationId="{33A9F131-0D23-17DD-B64B-61FA7575468A}"/>
          </ac:picMkLst>
        </pc:picChg>
      </pc:sldChg>
      <pc:sldChg chg="del">
        <pc:chgData name="AMRUTHA VARSHINI" userId="184be7666d843d8a" providerId="LiveId" clId="{7C746216-06B6-423B-8883-40822FFD113E}" dt="2026-01-26T21:18:35.230" v="116" actId="2696"/>
        <pc:sldMkLst>
          <pc:docMk/>
          <pc:sldMk cId="1209959580" sldId="268"/>
        </pc:sldMkLst>
      </pc:sldChg>
      <pc:sldChg chg="modSp del mod">
        <pc:chgData name="AMRUTHA VARSHINI" userId="184be7666d843d8a" providerId="LiveId" clId="{7C746216-06B6-423B-8883-40822FFD113E}" dt="2026-01-26T21:17:08.803" v="102" actId="2696"/>
        <pc:sldMkLst>
          <pc:docMk/>
          <pc:sldMk cId="4155266749" sldId="269"/>
        </pc:sldMkLst>
        <pc:spChg chg="mod">
          <ac:chgData name="AMRUTHA VARSHINI" userId="184be7666d843d8a" providerId="LiveId" clId="{7C746216-06B6-423B-8883-40822FFD113E}" dt="2026-01-26T21:15:22.275" v="92" actId="6549"/>
          <ac:spMkLst>
            <pc:docMk/>
            <pc:sldMk cId="4155266749" sldId="269"/>
            <ac:spMk id="3" creationId="{6EE51AFF-6DB3-874E-A769-B2F2CF885324}"/>
          </ac:spMkLst>
        </pc:spChg>
      </pc:sldChg>
      <pc:sldChg chg="modSp mod">
        <pc:chgData name="AMRUTHA VARSHINI" userId="184be7666d843d8a" providerId="LiveId" clId="{7C746216-06B6-423B-8883-40822FFD113E}" dt="2026-01-26T21:23:27.830" v="158" actId="20577"/>
        <pc:sldMkLst>
          <pc:docMk/>
          <pc:sldMk cId="4150046457" sldId="270"/>
        </pc:sldMkLst>
        <pc:spChg chg="mod">
          <ac:chgData name="AMRUTHA VARSHINI" userId="184be7666d843d8a" providerId="LiveId" clId="{7C746216-06B6-423B-8883-40822FFD113E}" dt="2026-01-26T21:16:53.045" v="101" actId="1076"/>
          <ac:spMkLst>
            <pc:docMk/>
            <pc:sldMk cId="4150046457" sldId="270"/>
            <ac:spMk id="2" creationId="{DD02B801-F2E2-5E2B-A0B9-F8C72E896945}"/>
          </ac:spMkLst>
        </pc:spChg>
        <pc:spChg chg="mod">
          <ac:chgData name="AMRUTHA VARSHINI" userId="184be7666d843d8a" providerId="LiveId" clId="{7C746216-06B6-423B-8883-40822FFD113E}" dt="2026-01-26T21:22:36.511" v="146" actId="20577"/>
          <ac:spMkLst>
            <pc:docMk/>
            <pc:sldMk cId="4150046457" sldId="270"/>
            <ac:spMk id="4" creationId="{B17E693A-D1D7-DC1B-3822-BF930DFDCD91}"/>
          </ac:spMkLst>
        </pc:spChg>
        <pc:spChg chg="mod">
          <ac:chgData name="AMRUTHA VARSHINI" userId="184be7666d843d8a" providerId="LiveId" clId="{7C746216-06B6-423B-8883-40822FFD113E}" dt="2026-01-26T21:16:40.474" v="99" actId="1076"/>
          <ac:spMkLst>
            <pc:docMk/>
            <pc:sldMk cId="4150046457" sldId="270"/>
            <ac:spMk id="6" creationId="{FD0848D5-03C9-2A77-8D60-A657D0BE2E37}"/>
          </ac:spMkLst>
        </pc:spChg>
        <pc:spChg chg="mod">
          <ac:chgData name="AMRUTHA VARSHINI" userId="184be7666d843d8a" providerId="LiveId" clId="{7C746216-06B6-423B-8883-40822FFD113E}" dt="2026-01-26T21:23:27.830" v="158" actId="20577"/>
          <ac:spMkLst>
            <pc:docMk/>
            <pc:sldMk cId="4150046457" sldId="270"/>
            <ac:spMk id="8" creationId="{63B5B14B-9F2D-7FC7-A63D-8D5379345AD9}"/>
          </ac:spMkLst>
        </pc:spChg>
      </pc:sldChg>
      <pc:sldChg chg="addSp delSp modSp mod">
        <pc:chgData name="AMRUTHA VARSHINI" userId="184be7666d843d8a" providerId="LiveId" clId="{7C746216-06B6-423B-8883-40822FFD113E}" dt="2026-01-27T15:20:45.356" v="720" actId="20577"/>
        <pc:sldMkLst>
          <pc:docMk/>
          <pc:sldMk cId="1466489311" sldId="272"/>
        </pc:sldMkLst>
        <pc:spChg chg="add">
          <ac:chgData name="AMRUTHA VARSHINI" userId="184be7666d843d8a" providerId="LiveId" clId="{7C746216-06B6-423B-8883-40822FFD113E}" dt="2026-01-26T21:06:09.644" v="2"/>
          <ac:spMkLst>
            <pc:docMk/>
            <pc:sldMk cId="1466489311" sldId="272"/>
            <ac:spMk id="2" creationId="{353CD226-2A24-5AC3-9578-5F9841A2092A}"/>
          </ac:spMkLst>
        </pc:spChg>
        <pc:spChg chg="mod">
          <ac:chgData name="AMRUTHA VARSHINI" userId="184be7666d843d8a" providerId="LiveId" clId="{7C746216-06B6-423B-8883-40822FFD113E}" dt="2026-01-26T21:14:02.803" v="91" actId="1076"/>
          <ac:spMkLst>
            <pc:docMk/>
            <pc:sldMk cId="1466489311" sldId="272"/>
            <ac:spMk id="3" creationId="{CC256EAF-F7C9-5835-39F1-017882EA5D29}"/>
          </ac:spMkLst>
        </pc:spChg>
        <pc:spChg chg="add">
          <ac:chgData name="AMRUTHA VARSHINI" userId="184be7666d843d8a" providerId="LiveId" clId="{7C746216-06B6-423B-8883-40822FFD113E}" dt="2026-01-26T21:06:14.879" v="4"/>
          <ac:spMkLst>
            <pc:docMk/>
            <pc:sldMk cId="1466489311" sldId="272"/>
            <ac:spMk id="4" creationId="{98531053-65D8-2D9E-FE46-FF101B08CB4C}"/>
          </ac:spMkLst>
        </pc:spChg>
        <pc:spChg chg="add del mod">
          <ac:chgData name="AMRUTHA VARSHINI" userId="184be7666d843d8a" providerId="LiveId" clId="{7C746216-06B6-423B-8883-40822FFD113E}" dt="2026-01-26T21:06:31.775" v="7" actId="478"/>
          <ac:spMkLst>
            <pc:docMk/>
            <pc:sldMk cId="1466489311" sldId="272"/>
            <ac:spMk id="8" creationId="{45CEB048-E3E3-6AFB-886A-EFCC7F56DA2E}"/>
          </ac:spMkLst>
        </pc:spChg>
        <pc:spChg chg="add mod">
          <ac:chgData name="AMRUTHA VARSHINI" userId="184be7666d843d8a" providerId="LiveId" clId="{7C746216-06B6-423B-8883-40822FFD113E}" dt="2026-01-27T15:20:45.356" v="720" actId="20577"/>
          <ac:spMkLst>
            <pc:docMk/>
            <pc:sldMk cId="1466489311" sldId="272"/>
            <ac:spMk id="10" creationId="{D6F3D4D4-32FC-0B13-A942-DD7201EC0B66}"/>
          </ac:spMkLst>
        </pc:spChg>
        <pc:spChg chg="add mod">
          <ac:chgData name="AMRUTHA VARSHINI" userId="184be7666d843d8a" providerId="LiveId" clId="{7C746216-06B6-423B-8883-40822FFD113E}" dt="2026-01-26T21:13:10.034" v="85"/>
          <ac:spMkLst>
            <pc:docMk/>
            <pc:sldMk cId="1466489311" sldId="272"/>
            <ac:spMk id="11" creationId="{E60BE933-DAB8-7979-44E9-CDB6CCEB8D6B}"/>
          </ac:spMkLst>
        </pc:spChg>
        <pc:spChg chg="add mod">
          <ac:chgData name="AMRUTHA VARSHINI" userId="184be7666d843d8a" providerId="LiveId" clId="{7C746216-06B6-423B-8883-40822FFD113E}" dt="2026-01-26T21:13:13.536" v="86"/>
          <ac:spMkLst>
            <pc:docMk/>
            <pc:sldMk cId="1466489311" sldId="272"/>
            <ac:spMk id="12" creationId="{335FCA19-551E-825D-4676-0787FFC9D028}"/>
          </ac:spMkLst>
        </pc:spChg>
        <pc:spChg chg="add mod">
          <ac:chgData name="AMRUTHA VARSHINI" userId="184be7666d843d8a" providerId="LiveId" clId="{7C746216-06B6-423B-8883-40822FFD113E}" dt="2026-01-26T21:13:27.248" v="87"/>
          <ac:spMkLst>
            <pc:docMk/>
            <pc:sldMk cId="1466489311" sldId="272"/>
            <ac:spMk id="13" creationId="{76324780-03F0-ED7B-35B0-7E425D3ECD9A}"/>
          </ac:spMkLst>
        </pc:spChg>
        <pc:picChg chg="add mod">
          <ac:chgData name="AMRUTHA VARSHINI" userId="184be7666d843d8a" providerId="LiveId" clId="{7C746216-06B6-423B-8883-40822FFD113E}" dt="2026-01-26T21:13:51.858" v="89" actId="1076"/>
          <ac:picMkLst>
            <pc:docMk/>
            <pc:sldMk cId="1466489311" sldId="272"/>
            <ac:picMk id="14" creationId="{7390EBE9-AAA1-2D36-2222-77457276926A}"/>
          </ac:picMkLst>
        </pc:picChg>
      </pc:sldChg>
      <pc:sldChg chg="addSp delSp modSp add mod">
        <pc:chgData name="AMRUTHA VARSHINI" userId="184be7666d843d8a" providerId="LiveId" clId="{7C746216-06B6-423B-8883-40822FFD113E}" dt="2026-01-26T22:20:04.866" v="225" actId="1076"/>
        <pc:sldMkLst>
          <pc:docMk/>
          <pc:sldMk cId="3846238653" sldId="273"/>
        </pc:sldMkLst>
        <pc:spChg chg="del mod">
          <ac:chgData name="AMRUTHA VARSHINI" userId="184be7666d843d8a" providerId="LiveId" clId="{7C746216-06B6-423B-8883-40822FFD113E}" dt="2026-01-26T22:19:54.377" v="222"/>
          <ac:spMkLst>
            <pc:docMk/>
            <pc:sldMk cId="3846238653" sldId="273"/>
            <ac:spMk id="8" creationId="{C0EBDCAA-41A2-52B3-5E0E-C118602EF096}"/>
          </ac:spMkLst>
        </pc:spChg>
        <pc:spChg chg="del mod">
          <ac:chgData name="AMRUTHA VARSHINI" userId="184be7666d843d8a" providerId="LiveId" clId="{7C746216-06B6-423B-8883-40822FFD113E}" dt="2026-01-26T22:19:54.377" v="224"/>
          <ac:spMkLst>
            <pc:docMk/>
            <pc:sldMk cId="3846238653" sldId="273"/>
            <ac:spMk id="9" creationId="{0FFCBE06-DABF-1705-8A32-E0AFCF7F9DFD}"/>
          </ac:spMkLst>
        </pc:spChg>
        <pc:spChg chg="add mod">
          <ac:chgData name="AMRUTHA VARSHINI" userId="184be7666d843d8a" providerId="LiveId" clId="{7C746216-06B6-423B-8883-40822FFD113E}" dt="2026-01-26T22:20:04.866" v="225" actId="1076"/>
          <ac:spMkLst>
            <pc:docMk/>
            <pc:sldMk cId="3846238653" sldId="273"/>
            <ac:spMk id="11" creationId="{43BA6CDE-4F7C-03DE-03CC-D7D8A99E8897}"/>
          </ac:spMkLst>
        </pc:spChg>
        <pc:graphicFrameChg chg="add mod modGraphic">
          <ac:chgData name="AMRUTHA VARSHINI" userId="184be7666d843d8a" providerId="LiveId" clId="{7C746216-06B6-423B-8883-40822FFD113E}" dt="2026-01-26T22:17:40.402" v="193" actId="6549"/>
          <ac:graphicFrameMkLst>
            <pc:docMk/>
            <pc:sldMk cId="3846238653" sldId="273"/>
            <ac:graphicFrameMk id="10" creationId="{196C2889-3900-FF8F-99E2-1AFB4ABE0817}"/>
          </ac:graphicFrameMkLst>
        </pc:graphicFrameChg>
        <pc:picChg chg="add mod">
          <ac:chgData name="AMRUTHA VARSHINI" userId="184be7666d843d8a" providerId="LiveId" clId="{7C746216-06B6-423B-8883-40822FFD113E}" dt="2026-01-26T22:19:45.241" v="219" actId="14100"/>
          <ac:picMkLst>
            <pc:docMk/>
            <pc:sldMk cId="3846238653" sldId="273"/>
            <ac:picMk id="13" creationId="{A5282306-3FD6-F1B8-BEC8-40D5344740DB}"/>
          </ac:picMkLst>
        </pc:picChg>
      </pc:sldChg>
      <pc:sldChg chg="addSp delSp modSp add mod">
        <pc:chgData name="AMRUTHA VARSHINI" userId="184be7666d843d8a" providerId="LiveId" clId="{7C746216-06B6-423B-8883-40822FFD113E}" dt="2026-01-27T15:49:55.427" v="763" actId="14100"/>
        <pc:sldMkLst>
          <pc:docMk/>
          <pc:sldMk cId="951661071" sldId="274"/>
        </pc:sldMkLst>
        <pc:spChg chg="del mod">
          <ac:chgData name="AMRUTHA VARSHINI" userId="184be7666d843d8a" providerId="LiveId" clId="{7C746216-06B6-423B-8883-40822FFD113E}" dt="2026-01-27T15:45:21.779" v="725" actId="22"/>
          <ac:spMkLst>
            <pc:docMk/>
            <pc:sldMk cId="951661071" sldId="274"/>
            <ac:spMk id="3" creationId="{C695BBFE-0E35-9BFD-8A2B-015C657EBA67}"/>
          </ac:spMkLst>
        </pc:spChg>
        <pc:spChg chg="del">
          <ac:chgData name="AMRUTHA VARSHINI" userId="184be7666d843d8a" providerId="LiveId" clId="{7C746216-06B6-423B-8883-40822FFD113E}" dt="2026-01-27T15:45:30.207" v="727" actId="478"/>
          <ac:spMkLst>
            <pc:docMk/>
            <pc:sldMk cId="951661071" sldId="274"/>
            <ac:spMk id="4" creationId="{4E97B7B5-4E53-528D-4C82-90F7D7C5DAF9}"/>
          </ac:spMkLst>
        </pc:spChg>
        <pc:spChg chg="del">
          <ac:chgData name="AMRUTHA VARSHINI" userId="184be7666d843d8a" providerId="LiveId" clId="{7C746216-06B6-423B-8883-40822FFD113E}" dt="2026-01-27T15:45:31.970" v="728" actId="478"/>
          <ac:spMkLst>
            <pc:docMk/>
            <pc:sldMk cId="951661071" sldId="274"/>
            <ac:spMk id="5" creationId="{C7E63BD7-4551-4646-057C-0C23B717A0E1}"/>
          </ac:spMkLst>
        </pc:spChg>
        <pc:spChg chg="del">
          <ac:chgData name="AMRUTHA VARSHINI" userId="184be7666d843d8a" providerId="LiveId" clId="{7C746216-06B6-423B-8883-40822FFD113E}" dt="2026-01-27T15:45:33.825" v="729" actId="478"/>
          <ac:spMkLst>
            <pc:docMk/>
            <pc:sldMk cId="951661071" sldId="274"/>
            <ac:spMk id="6" creationId="{A2617BF3-4508-1A98-6B4B-8BC73182096F}"/>
          </ac:spMkLst>
        </pc:spChg>
        <pc:spChg chg="del">
          <ac:chgData name="AMRUTHA VARSHINI" userId="184be7666d843d8a" providerId="LiveId" clId="{7C746216-06B6-423B-8883-40822FFD113E}" dt="2026-01-27T15:45:34.950" v="730" actId="478"/>
          <ac:spMkLst>
            <pc:docMk/>
            <pc:sldMk cId="951661071" sldId="274"/>
            <ac:spMk id="8" creationId="{5F11DBB4-A2FD-B3EE-51DA-B160C43B94B7}"/>
          </ac:spMkLst>
        </pc:spChg>
        <pc:spChg chg="add del mod">
          <ac:chgData name="AMRUTHA VARSHINI" userId="184be7666d843d8a" providerId="LiveId" clId="{7C746216-06B6-423B-8883-40822FFD113E}" dt="2026-01-27T15:48:17.613" v="757" actId="478"/>
          <ac:spMkLst>
            <pc:docMk/>
            <pc:sldMk cId="951661071" sldId="274"/>
            <ac:spMk id="11" creationId="{0EA58680-5D16-D42D-DE8A-F3CAA3C8B2CC}"/>
          </ac:spMkLst>
        </pc:spChg>
        <pc:spChg chg="add mod">
          <ac:chgData name="AMRUTHA VARSHINI" userId="184be7666d843d8a" providerId="LiveId" clId="{7C746216-06B6-423B-8883-40822FFD113E}" dt="2026-01-27T15:47:57.532" v="753"/>
          <ac:spMkLst>
            <pc:docMk/>
            <pc:sldMk cId="951661071" sldId="274"/>
            <ac:spMk id="12" creationId="{4A6E4D41-157B-5A63-42E4-667B268A0B4F}"/>
          </ac:spMkLst>
        </pc:spChg>
        <pc:spChg chg="add mod">
          <ac:chgData name="AMRUTHA VARSHINI" userId="184be7666d843d8a" providerId="LiveId" clId="{7C746216-06B6-423B-8883-40822FFD113E}" dt="2026-01-27T15:48:01.119" v="754"/>
          <ac:spMkLst>
            <pc:docMk/>
            <pc:sldMk cId="951661071" sldId="274"/>
            <ac:spMk id="13" creationId="{06308E27-1805-F9B2-B232-311C7B77A699}"/>
          </ac:spMkLst>
        </pc:spChg>
        <pc:spChg chg="add mod">
          <ac:chgData name="AMRUTHA VARSHINI" userId="184be7666d843d8a" providerId="LiveId" clId="{7C746216-06B6-423B-8883-40822FFD113E}" dt="2026-01-27T15:48:43.432" v="760" actId="1076"/>
          <ac:spMkLst>
            <pc:docMk/>
            <pc:sldMk cId="951661071" sldId="274"/>
            <ac:spMk id="14" creationId="{312D7DBB-7C4E-FC64-8FF6-B11CDAEBB7EF}"/>
          </ac:spMkLst>
        </pc:spChg>
        <pc:spChg chg="add mod">
          <ac:chgData name="AMRUTHA VARSHINI" userId="184be7666d843d8a" providerId="LiveId" clId="{7C746216-06B6-423B-8883-40822FFD113E}" dt="2026-01-27T15:48:56.223" v="761"/>
          <ac:spMkLst>
            <pc:docMk/>
            <pc:sldMk cId="951661071" sldId="274"/>
            <ac:spMk id="15" creationId="{2972E081-40D3-9C3A-F6C5-6B4734BC07E5}"/>
          </ac:spMkLst>
        </pc:spChg>
        <pc:picChg chg="add mod ord">
          <ac:chgData name="AMRUTHA VARSHINI" userId="184be7666d843d8a" providerId="LiveId" clId="{7C746216-06B6-423B-8883-40822FFD113E}" dt="2026-01-27T15:49:55.427" v="763" actId="14100"/>
          <ac:picMkLst>
            <pc:docMk/>
            <pc:sldMk cId="951661071" sldId="274"/>
            <ac:picMk id="7" creationId="{5DBAB94D-ECB6-4406-BF53-4DE95A2C3CE8}"/>
          </ac:picMkLst>
        </pc:picChg>
        <pc:picChg chg="add del mod">
          <ac:chgData name="AMRUTHA VARSHINI" userId="184be7666d843d8a" providerId="LiveId" clId="{7C746216-06B6-423B-8883-40822FFD113E}" dt="2026-01-27T15:47:28.854" v="748" actId="478"/>
          <ac:picMkLst>
            <pc:docMk/>
            <pc:sldMk cId="951661071" sldId="274"/>
            <ac:picMk id="10" creationId="{575D4047-6759-3BCA-64BF-15914375DAA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47" y="630893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 flipV="1">
            <a:off x="11200108" y="-206322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52606" y="-135605"/>
            <a:ext cx="2428180" cy="2363202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818757" y="7138331"/>
            <a:ext cx="3052116" cy="3815656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641086" y="6711731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5221164" y="-71721"/>
            <a:ext cx="3071030" cy="3879361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28762" y="3143236"/>
            <a:ext cx="13018493" cy="1210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1"/>
              </a:lnSpc>
            </a:pPr>
            <a:r>
              <a:rPr lang="en-US" sz="6000" b="1" dirty="0" smtClean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RESUME SCREENIG SYSTEM</a:t>
            </a:r>
            <a:endParaRPr lang="en-US" sz="6000" b="1" dirty="0">
              <a:solidFill>
                <a:srgbClr val="0C3571"/>
              </a:solidFill>
              <a:latin typeface="Anantason Bold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85952" y="5143500"/>
            <a:ext cx="12399336" cy="68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8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Extract skills and experience from resumes using NLP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21283" y="8023438"/>
            <a:ext cx="5942390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BY: Batch 15</a:t>
            </a:r>
          </a:p>
          <a:p>
            <a:pPr algn="ctr">
              <a:lnSpc>
                <a:spcPts val="3161"/>
              </a:lnSpc>
            </a:pPr>
            <a:r>
              <a:rPr lang="en-US" sz="2258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AMRUTHA VARSHINI </a:t>
            </a:r>
            <a:r>
              <a:rPr lang="en-US" sz="2258" dirty="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(</a:t>
            </a:r>
            <a:r>
              <a:rPr lang="en-US" sz="2258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Y23CD175)</a:t>
            </a:r>
          </a:p>
          <a:p>
            <a:pPr algn="ctr">
              <a:lnSpc>
                <a:spcPts val="3161"/>
              </a:lnSpc>
            </a:pPr>
            <a:r>
              <a:rPr lang="en-US" sz="2258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N.SAI KALPANA (L24CD208)</a:t>
            </a:r>
          </a:p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sz="2258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V.SAHITHYA (Y23CD195)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216914"/>
            <a:ext cx="2895600" cy="2070086"/>
          </a:xfrm>
          <a:custGeom>
            <a:avLst/>
            <a:gdLst/>
            <a:ahLst/>
            <a:cxnLst/>
            <a:rect l="l" t="t" r="r" b="b"/>
            <a:pathLst>
              <a:path w="5695691" h="3319881">
                <a:moveTo>
                  <a:pt x="0" y="0"/>
                </a:moveTo>
                <a:lnTo>
                  <a:pt x="5695691" y="0"/>
                </a:lnTo>
                <a:lnTo>
                  <a:pt x="5695691" y="3319881"/>
                </a:lnTo>
                <a:lnTo>
                  <a:pt x="0" y="331988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725400" y="0"/>
            <a:ext cx="5562598" cy="2781300"/>
          </a:xfrm>
          <a:custGeom>
            <a:avLst/>
            <a:gdLst/>
            <a:ahLst/>
            <a:cxnLst/>
            <a:rect l="l" t="t" r="r" b="b"/>
            <a:pathLst>
              <a:path w="6245085" h="3640110">
                <a:moveTo>
                  <a:pt x="6245084" y="3640110"/>
                </a:moveTo>
                <a:lnTo>
                  <a:pt x="0" y="3640110"/>
                </a:lnTo>
                <a:lnTo>
                  <a:pt x="0" y="0"/>
                </a:lnTo>
                <a:lnTo>
                  <a:pt x="6245084" y="0"/>
                </a:lnTo>
                <a:lnTo>
                  <a:pt x="6245084" y="364011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86660" y="584646"/>
            <a:ext cx="13203528" cy="237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6"/>
              </a:lnSpc>
            </a:pPr>
            <a:r>
              <a:rPr lang="en-US" sz="6297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 TO NLP:</a:t>
            </a:r>
          </a:p>
          <a:p>
            <a:pPr algn="ctr">
              <a:lnSpc>
                <a:spcPts val="10397"/>
              </a:lnSpc>
            </a:pPr>
            <a:endParaRPr lang="en-US" sz="6297" b="1">
              <a:solidFill>
                <a:srgbClr val="0C3571"/>
              </a:solidFill>
              <a:latin typeface="Anantason Bold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070086"/>
            <a:ext cx="16230600" cy="793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45"/>
              </a:lnSpc>
            </a:pPr>
            <a:r>
              <a:rPr lang="en-US" sz="346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Natural Language Processing (NLP) is a field of Artificial Intelligence that enables computers to understand and process human language.</a:t>
            </a:r>
          </a:p>
          <a:p>
            <a:pPr algn="just">
              <a:lnSpc>
                <a:spcPts val="4845"/>
              </a:lnSpc>
            </a:pPr>
            <a:endParaRPr lang="en-US" sz="346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4845"/>
              </a:lnSpc>
            </a:pPr>
            <a:r>
              <a:rPr lang="en-US" sz="346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NLP is commonly used to:</a:t>
            </a:r>
          </a:p>
          <a:p>
            <a:pPr algn="just">
              <a:lnSpc>
                <a:spcPts val="4845"/>
              </a:lnSpc>
            </a:pPr>
            <a:endParaRPr lang="en-US" sz="346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marL="747213" lvl="1" indent="-373606" algn="just">
              <a:lnSpc>
                <a:spcPts val="4845"/>
              </a:lnSpc>
              <a:buFont typeface="Arial"/>
              <a:buChar char="•"/>
            </a:pPr>
            <a:r>
              <a:rPr lang="en-US" sz="346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Analyze text data</a:t>
            </a:r>
          </a:p>
          <a:p>
            <a:pPr marL="747213" lvl="1" indent="-373606" algn="just">
              <a:lnSpc>
                <a:spcPts val="4845"/>
              </a:lnSpc>
              <a:buFont typeface="Arial"/>
              <a:buChar char="•"/>
            </a:pPr>
            <a:r>
              <a:rPr lang="en-US" sz="346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Extract key information</a:t>
            </a:r>
          </a:p>
          <a:p>
            <a:pPr marL="747213" lvl="1" indent="-373606" algn="just">
              <a:lnSpc>
                <a:spcPts val="4845"/>
              </a:lnSpc>
              <a:buFont typeface="Arial"/>
              <a:buChar char="•"/>
            </a:pPr>
            <a:r>
              <a:rPr lang="en-US" sz="346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Automate document processing</a:t>
            </a:r>
          </a:p>
          <a:p>
            <a:pPr algn="just">
              <a:lnSpc>
                <a:spcPts val="4845"/>
              </a:lnSpc>
            </a:pPr>
            <a:endParaRPr lang="en-US" sz="346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4845"/>
              </a:lnSpc>
            </a:pPr>
            <a:r>
              <a:rPr lang="en-US" sz="346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 this project, NLP is used to analyze resumes and automatically screen candidates based on job requirements.</a:t>
            </a:r>
          </a:p>
          <a:p>
            <a:pPr algn="just">
              <a:lnSpc>
                <a:spcPts val="4845"/>
              </a:lnSpc>
            </a:pPr>
            <a:endParaRPr lang="en-US" sz="346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4845"/>
              </a:lnSpc>
            </a:pPr>
            <a:endParaRPr lang="en-US" sz="346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8" name="Freeform 8"/>
          <p:cNvSpPr/>
          <p:nvPr/>
        </p:nvSpPr>
        <p:spPr>
          <a:xfrm rot="7488824">
            <a:off x="-197805" y="9387409"/>
            <a:ext cx="2407529" cy="4550312"/>
          </a:xfrm>
          <a:custGeom>
            <a:avLst/>
            <a:gdLst/>
            <a:ahLst/>
            <a:cxnLst/>
            <a:rect l="l" t="t" r="r" b="b"/>
            <a:pathLst>
              <a:path w="2407529" h="4550312">
                <a:moveTo>
                  <a:pt x="0" y="0"/>
                </a:moveTo>
                <a:lnTo>
                  <a:pt x="2407528" y="0"/>
                </a:lnTo>
                <a:lnTo>
                  <a:pt x="2407528" y="4550312"/>
                </a:lnTo>
                <a:lnTo>
                  <a:pt x="0" y="4550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389" y="6264591"/>
            <a:ext cx="7002211" cy="4129406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28522" y="-2667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443648" y="648076"/>
            <a:ext cx="2777922" cy="1410525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3883701" y="6443482"/>
            <a:ext cx="2947758" cy="5581530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809450" y="6952227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5229862" y="-643440"/>
            <a:ext cx="3071030" cy="3993555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33600" y="2070866"/>
            <a:ext cx="13147900" cy="7335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196"/>
              </a:lnSpc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</a:t>
            </a:r>
          </a:p>
          <a:p>
            <a:pPr algn="just">
              <a:lnSpc>
                <a:spcPts val="5196"/>
              </a:lnSpc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Organizations receive a large number of resumes for each job opening.</a:t>
            </a:r>
          </a:p>
          <a:p>
            <a:pPr algn="just">
              <a:lnSpc>
                <a:spcPts val="5196"/>
              </a:lnSpc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Problems with manual resume screening:</a:t>
            </a:r>
          </a:p>
          <a:p>
            <a:pPr marL="801302" lvl="1" indent="-400651" algn="just">
              <a:lnSpc>
                <a:spcPts val="5196"/>
              </a:lnSpc>
              <a:buFont typeface="Arial"/>
              <a:buChar char="•"/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Time consuming process</a:t>
            </a:r>
          </a:p>
          <a:p>
            <a:pPr marL="801302" lvl="1" indent="-400651" algn="just">
              <a:lnSpc>
                <a:spcPts val="5196"/>
              </a:lnSpc>
              <a:buFont typeface="Arial"/>
              <a:buChar char="•"/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High chances of human bias</a:t>
            </a:r>
          </a:p>
          <a:p>
            <a:pPr marL="801302" lvl="1" indent="-400651" algn="just">
              <a:lnSpc>
                <a:spcPts val="5196"/>
              </a:lnSpc>
              <a:buFont typeface="Arial"/>
              <a:buChar char="•"/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Difficult to analyze large volumes of resumes</a:t>
            </a:r>
          </a:p>
          <a:p>
            <a:pPr marL="801302" lvl="1" indent="-400651" algn="just">
              <a:lnSpc>
                <a:spcPts val="5196"/>
              </a:lnSpc>
              <a:buFont typeface="Arial"/>
              <a:buChar char="•"/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Risk of missing suitable candidates</a:t>
            </a:r>
          </a:p>
          <a:p>
            <a:pPr algn="just">
              <a:lnSpc>
                <a:spcPts val="5196"/>
              </a:lnSpc>
            </a:pPr>
            <a:r>
              <a:rPr lang="en-US" sz="371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Hence, an automated resume screening system using NLP is required.</a:t>
            </a:r>
          </a:p>
          <a:p>
            <a:pPr algn="just">
              <a:lnSpc>
                <a:spcPts val="5196"/>
              </a:lnSpc>
            </a:pPr>
            <a:endParaRPr lang="en-US" sz="3711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14601" y="1068976"/>
            <a:ext cx="111252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7"/>
              </a:lnSpc>
              <a:spcBef>
                <a:spcPct val="0"/>
              </a:spcBef>
            </a:pPr>
            <a:r>
              <a:rPr lang="en-US" sz="6305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12066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28522" y="-25744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793908" y="-1092157"/>
            <a:ext cx="3111688" cy="4499307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788036" y="6823493"/>
            <a:ext cx="2868572" cy="4559516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96008" y="7454633"/>
            <a:ext cx="3071030" cy="3297236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5158305" y="-1275678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01177" y="2148033"/>
            <a:ext cx="14451135" cy="114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30"/>
              </a:lnSpc>
            </a:pPr>
            <a:r>
              <a:rPr lang="en-US" sz="6664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OBJECTIVES OF THE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0338" y="3293193"/>
            <a:ext cx="13560821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 </a:t>
            </a:r>
            <a:endParaRPr lang="en-US" sz="4000" b="1" dirty="0">
              <a:solidFill>
                <a:srgbClr val="0C3571"/>
              </a:solidFill>
              <a:latin typeface="Cloud Bold"/>
              <a:ea typeface="Cloud Bold"/>
              <a:cs typeface="Cloud Bold"/>
              <a:sym typeface="Cloud Bold"/>
            </a:endParaRP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40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collect resumes from candidates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40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extract important information from resumes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40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apply NLP techniques on resume text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40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match resumes with job requirements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40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 rank or shortlist suitable candidates automatically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486218"/>
            <a:ext cx="4768785" cy="2915082"/>
          </a:xfrm>
          <a:custGeom>
            <a:avLst/>
            <a:gdLst/>
            <a:ahLst/>
            <a:cxnLst/>
            <a:rect l="l" t="t" r="r" b="b"/>
            <a:pathLst>
              <a:path w="5393399" h="3143683">
                <a:moveTo>
                  <a:pt x="0" y="0"/>
                </a:moveTo>
                <a:lnTo>
                  <a:pt x="5393399" y="0"/>
                </a:lnTo>
                <a:lnTo>
                  <a:pt x="5393399" y="3143683"/>
                </a:lnTo>
                <a:lnTo>
                  <a:pt x="0" y="3143683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353722" y="-153057"/>
            <a:ext cx="4986052" cy="3168139"/>
          </a:xfrm>
          <a:custGeom>
            <a:avLst/>
            <a:gdLst/>
            <a:ahLst/>
            <a:cxnLst/>
            <a:rect l="l" t="t" r="r" b="b"/>
            <a:pathLst>
              <a:path w="5435358" h="3168139">
                <a:moveTo>
                  <a:pt x="5435357" y="3168140"/>
                </a:moveTo>
                <a:lnTo>
                  <a:pt x="0" y="3168140"/>
                </a:lnTo>
                <a:lnTo>
                  <a:pt x="0" y="0"/>
                </a:lnTo>
                <a:lnTo>
                  <a:pt x="5435357" y="0"/>
                </a:lnTo>
                <a:lnTo>
                  <a:pt x="5435357" y="316814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1078969" y="-904925"/>
            <a:ext cx="1815359" cy="3137095"/>
          </a:xfrm>
          <a:custGeom>
            <a:avLst/>
            <a:gdLst/>
            <a:ahLst/>
            <a:cxnLst/>
            <a:rect l="l" t="t" r="r" b="b"/>
            <a:pathLst>
              <a:path w="4890418" h="4899325">
                <a:moveTo>
                  <a:pt x="0" y="0"/>
                </a:moveTo>
                <a:lnTo>
                  <a:pt x="4890417" y="0"/>
                </a:lnTo>
                <a:lnTo>
                  <a:pt x="4890417" y="4899326"/>
                </a:lnTo>
                <a:lnTo>
                  <a:pt x="0" y="4899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803100" y="7131602"/>
            <a:ext cx="2967757" cy="3684005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173266" y="7521632"/>
            <a:ext cx="1976437" cy="4670575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6281246" y="-706443"/>
            <a:ext cx="1734966" cy="2921176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23717" y="11489"/>
            <a:ext cx="10969053" cy="86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SYSTEM ARCHITECTURE: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F367426F-D029-FE03-7DB8-A20098CB66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9743" y="1040343"/>
            <a:ext cx="6477000" cy="89037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937961"/>
            <a:ext cx="4191000" cy="2463339"/>
          </a:xfrm>
          <a:custGeom>
            <a:avLst/>
            <a:gdLst/>
            <a:ahLst/>
            <a:cxnLst/>
            <a:rect l="l" t="t" r="r" b="b"/>
            <a:pathLst>
              <a:path w="4618374" h="2691939">
                <a:moveTo>
                  <a:pt x="0" y="0"/>
                </a:moveTo>
                <a:lnTo>
                  <a:pt x="4618374" y="0"/>
                </a:lnTo>
                <a:lnTo>
                  <a:pt x="4618374" y="2691939"/>
                </a:lnTo>
                <a:lnTo>
                  <a:pt x="0" y="2691939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14416" y="-114301"/>
            <a:ext cx="5373584" cy="3294957"/>
          </a:xfrm>
          <a:custGeom>
            <a:avLst/>
            <a:gdLst/>
            <a:ahLst/>
            <a:cxnLst/>
            <a:rect l="l" t="t" r="r" b="b"/>
            <a:pathLst>
              <a:path w="6069636" h="3537845">
                <a:moveTo>
                  <a:pt x="6069635" y="3537845"/>
                </a:moveTo>
                <a:lnTo>
                  <a:pt x="0" y="3537845"/>
                </a:lnTo>
                <a:lnTo>
                  <a:pt x="0" y="0"/>
                </a:lnTo>
                <a:lnTo>
                  <a:pt x="6069635" y="0"/>
                </a:lnTo>
                <a:lnTo>
                  <a:pt x="6069635" y="353784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840695" y="-1124187"/>
            <a:ext cx="3032861" cy="4786923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783811" y="7169449"/>
            <a:ext cx="3117733" cy="381898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258426" y="8388159"/>
            <a:ext cx="1109684" cy="2317377"/>
          </a:xfrm>
          <a:custGeom>
            <a:avLst/>
            <a:gdLst/>
            <a:ahLst/>
            <a:cxnLst/>
            <a:rect l="l" t="t" r="r" b="b"/>
            <a:pathLst>
              <a:path w="2693426" h="5090668">
                <a:moveTo>
                  <a:pt x="0" y="0"/>
                </a:moveTo>
                <a:lnTo>
                  <a:pt x="2693426" y="0"/>
                </a:lnTo>
                <a:lnTo>
                  <a:pt x="2693426" y="5090668"/>
                </a:lnTo>
                <a:lnTo>
                  <a:pt x="0" y="5090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6359323" y="-626731"/>
            <a:ext cx="1504368" cy="2990855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29609" y="760040"/>
            <a:ext cx="10009291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7"/>
              </a:lnSpc>
            </a:pPr>
            <a:r>
              <a:rPr lang="en-US" sz="7905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</a:t>
            </a:r>
            <a:r>
              <a:rPr lang="en-US" sz="72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PROCESS:</a:t>
            </a:r>
            <a:endParaRPr lang="en-US" sz="7905" b="1" dirty="0">
              <a:solidFill>
                <a:srgbClr val="0C3571"/>
              </a:solidFill>
              <a:latin typeface="Anantason Bold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8637" y="1943100"/>
            <a:ext cx="16711301" cy="815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90"/>
              </a:lnSpc>
            </a:pPr>
            <a:r>
              <a:rPr lang="en-US" sz="36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.</a:t>
            </a:r>
          </a:p>
          <a:p>
            <a:pPr marL="392482" lvl="1" algn="just"/>
            <a:r>
              <a:rPr lang="en-US" sz="3600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Resume Upload</a:t>
            </a:r>
            <a:r>
              <a:rPr lang="en-US" sz="36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 Candidates upload their resumes in PDF or DOC format into the system.</a:t>
            </a:r>
          </a:p>
          <a:p>
            <a:pPr marL="392482" lvl="1" algn="just"/>
            <a:r>
              <a:rPr lang="en-US" sz="3600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Text Preprocessing:</a:t>
            </a:r>
            <a:r>
              <a:rPr lang="en-US" sz="36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The resume text is cleaned by converting to lowercase, removing stop words, and tokenizing the text.</a:t>
            </a:r>
          </a:p>
          <a:p>
            <a:pPr marL="392482" lvl="1" algn="just"/>
            <a:r>
              <a:rPr lang="en-US" sz="3600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Feature Extraction</a:t>
            </a:r>
            <a:r>
              <a:rPr lang="en-US" sz="36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 Important skills and keywords are extracted using the TF-IDF technique to convert text into numerical form.</a:t>
            </a:r>
          </a:p>
          <a:p>
            <a:pPr marL="392482" lvl="1" algn="just"/>
            <a:r>
              <a:rPr lang="en-US" sz="3600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Resume–Job Matching</a:t>
            </a:r>
            <a:r>
              <a:rPr lang="en-US" sz="36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 The </a:t>
            </a:r>
            <a:r>
              <a:rPr lang="en-US" sz="3600" dirty="0">
                <a:solidFill>
                  <a:schemeClr val="tx2"/>
                </a:solidFill>
                <a:latin typeface="Cloud"/>
                <a:ea typeface="Cloud"/>
                <a:cs typeface="Cloud"/>
                <a:sym typeface="Cloud"/>
              </a:rPr>
              <a:t>resu</a:t>
            </a:r>
            <a:r>
              <a:rPr lang="en-US" sz="36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me content is compared with the job description to calculate a relevance score.</a:t>
            </a:r>
          </a:p>
          <a:p>
            <a:r>
              <a:rPr lang="en-US" sz="3600" b="1" dirty="0">
                <a:solidFill>
                  <a:schemeClr val="tx2"/>
                </a:solidFill>
                <a:latin typeface="Cloud Bold" panose="020B0604020202020204" charset="0"/>
                <a:cs typeface="Cloud Bold" panose="020B0604020202020204" charset="0"/>
              </a:rPr>
              <a:t>   Automated Sorting</a:t>
            </a:r>
            <a:r>
              <a:rPr lang="en-US" sz="3600" dirty="0"/>
              <a:t>: </a:t>
            </a:r>
            <a:r>
              <a:rPr lang="en-US" sz="3600" dirty="0">
                <a:solidFill>
                  <a:schemeClr val="tx2"/>
                </a:solidFill>
                <a:latin typeface="Cloud" panose="020B0604020202020204" charset="0"/>
                <a:cs typeface="Cloud" panose="020B0604020202020204" charset="0"/>
              </a:rPr>
              <a:t>The system automatically categorizes resumes into             </a:t>
            </a:r>
          </a:p>
          <a:p>
            <a:r>
              <a:rPr lang="en-US" sz="3600" dirty="0">
                <a:solidFill>
                  <a:schemeClr val="tx2"/>
                </a:solidFill>
                <a:latin typeface="Cloud" panose="020B0604020202020204" charset="0"/>
                <a:cs typeface="Cloud" panose="020B0604020202020204" charset="0"/>
              </a:rPr>
              <a:t>  "Shortlisted" or "Rejected" folders based on a set threshold.</a:t>
            </a:r>
            <a:endParaRPr lang="en-US" sz="360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marL="784965" lvl="1" indent="-392483" algn="just">
              <a:lnSpc>
                <a:spcPts val="5090"/>
              </a:lnSpc>
              <a:buFont typeface="Arial"/>
              <a:buChar char="•"/>
            </a:pPr>
            <a:endParaRPr lang="en-US" sz="360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5090"/>
              </a:lnSpc>
            </a:pPr>
            <a:endParaRPr lang="en-US" sz="360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5090"/>
              </a:lnSpc>
            </a:pPr>
            <a:endParaRPr lang="en-US" sz="3600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C256EAF-F7C9-5835-39F1-017882EA5D29}"/>
              </a:ext>
            </a:extLst>
          </p:cNvPr>
          <p:cNvSpPr txBox="1"/>
          <p:nvPr/>
        </p:nvSpPr>
        <p:spPr>
          <a:xfrm>
            <a:off x="2016108" y="2086021"/>
            <a:ext cx="1447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</a:rPr>
              <a:t>Tools &amp; </a:t>
            </a:r>
            <a:r>
              <a:rPr lang="en-US" altLang="en-US" sz="4800" b="1" dirty="0">
                <a:solidFill>
                  <a:schemeClr val="tx2"/>
                </a:solidFill>
                <a:latin typeface="Arial" panose="020B0604020202020204" pitchFamily="34" charset="0"/>
              </a:rPr>
              <a:t>Technologies used</a:t>
            </a:r>
            <a:r>
              <a:rPr lang="en-US" sz="4800" b="1" dirty="0">
                <a:solidFill>
                  <a:schemeClr val="tx2"/>
                </a:solidFill>
              </a:rPr>
              <a:t> (The "Software")</a:t>
            </a:r>
            <a:endParaRPr lang="en-US" sz="3600" b="1" dirty="0">
              <a:solidFill>
                <a:schemeClr val="tx2"/>
              </a:solidFill>
            </a:endParaRPr>
          </a:p>
          <a:p>
            <a:pPr>
              <a:buNone/>
            </a:pPr>
            <a:endParaRPr lang="en-US" sz="3200" b="1" dirty="0"/>
          </a:p>
        </p:txBody>
      </p:sp>
      <p:sp>
        <p:nvSpPr>
          <p:cNvPr id="5" name="Freeform 3">
            <a:extLst>
              <a:ext uri="{FF2B5EF4-FFF2-40B4-BE49-F238E27FC236}">
                <a16:creationId xmlns="" xmlns:a16="http://schemas.microsoft.com/office/drawing/2014/main" id="{388CCDDF-1DF3-BAFB-AD1A-D0B88CE75316}"/>
              </a:ext>
            </a:extLst>
          </p:cNvPr>
          <p:cNvSpPr/>
          <p:nvPr/>
        </p:nvSpPr>
        <p:spPr>
          <a:xfrm flipH="1" flipV="1">
            <a:off x="11924574" y="-190500"/>
            <a:ext cx="6363426" cy="3948112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7">
            <a:extLst>
              <a:ext uri="{FF2B5EF4-FFF2-40B4-BE49-F238E27FC236}">
                <a16:creationId xmlns="" xmlns:a16="http://schemas.microsoft.com/office/drawing/2014/main" id="{FC3AB32B-FFC7-49BF-C5C2-37C939EC6E2C}"/>
              </a:ext>
            </a:extLst>
          </p:cNvPr>
          <p:cNvSpPr/>
          <p:nvPr/>
        </p:nvSpPr>
        <p:spPr>
          <a:xfrm rot="7488824">
            <a:off x="14926509" y="-1980881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2">
            <a:extLst>
              <a:ext uri="{FF2B5EF4-FFF2-40B4-BE49-F238E27FC236}">
                <a16:creationId xmlns="" xmlns:a16="http://schemas.microsoft.com/office/drawing/2014/main" id="{ACF2D846-4C5B-5E85-88A6-D6F439D4C6EA}"/>
              </a:ext>
            </a:extLst>
          </p:cNvPr>
          <p:cNvSpPr/>
          <p:nvPr/>
        </p:nvSpPr>
        <p:spPr>
          <a:xfrm>
            <a:off x="0" y="6515100"/>
            <a:ext cx="6434864" cy="38862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6">
            <a:extLst>
              <a:ext uri="{FF2B5EF4-FFF2-40B4-BE49-F238E27FC236}">
                <a16:creationId xmlns="" xmlns:a16="http://schemas.microsoft.com/office/drawing/2014/main" id="{A929FCDC-A1C2-6B8E-8EC2-9557709DA2B7}"/>
              </a:ext>
            </a:extLst>
          </p:cNvPr>
          <p:cNvSpPr/>
          <p:nvPr/>
        </p:nvSpPr>
        <p:spPr>
          <a:xfrm rot="7488824">
            <a:off x="301155" y="5985389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D6F3D4D4-32FC-0B13-A942-DD7201EC0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220" y="3129135"/>
            <a:ext cx="1470377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core programming language used to build the entire system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primary machine learning library used for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  Vectorization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Cosine Similarity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PDFMiner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specialized tool used to extract raw text data from PDF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Regex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Preprocessing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cleaning, such as removing noise and symbols.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Module: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file pathing to locate and read the resume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="" xmlns:a16="http://schemas.microsoft.com/office/drawing/2014/main" id="{E60BE933-DAB8-7979-44E9-CDB6CCEB8D6B}"/>
              </a:ext>
            </a:extLst>
          </p:cNvPr>
          <p:cNvSpPr/>
          <p:nvPr/>
        </p:nvSpPr>
        <p:spPr>
          <a:xfrm rot="16597832">
            <a:off x="663530" y="-1238568"/>
            <a:ext cx="3077649" cy="4792129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7390EBE9-AAA1-2D36-2222-774572769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2310" y="7076896"/>
            <a:ext cx="5121084" cy="36213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6648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431" y="643715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190502"/>
            <a:ext cx="6363426" cy="3948113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1052130" y="-802179"/>
            <a:ext cx="2665679" cy="4376552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641722" y="7295978"/>
            <a:ext cx="3020912" cy="342416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718696" y="6569068"/>
            <a:ext cx="3071030" cy="4226057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 rot="7488824">
            <a:off x="14439749" y="-69903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05125" y="813258"/>
            <a:ext cx="10009291" cy="88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7"/>
              </a:lnSpc>
            </a:pPr>
            <a:r>
              <a:rPr lang="en-US" sz="52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IMPLEMENTATION OVERVIEW: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4307" y="2294069"/>
            <a:ext cx="14979385" cy="652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1262" lvl="1" indent="-405631" algn="just">
              <a:lnSpc>
                <a:spcPts val="5260"/>
              </a:lnSpc>
              <a:buFont typeface="Arial"/>
              <a:buChar char="•"/>
            </a:pPr>
            <a:r>
              <a:rPr lang="en-US" sz="3757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Resumes are uploaded by candidates through the system.</a:t>
            </a:r>
          </a:p>
          <a:p>
            <a:pPr marL="811262" lvl="1" indent="-405631" algn="just">
              <a:lnSpc>
                <a:spcPts val="5260"/>
              </a:lnSpc>
              <a:buFont typeface="Arial"/>
              <a:buChar char="•"/>
            </a:pPr>
            <a:r>
              <a:rPr lang="en-US" sz="3757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Text is extracted from resumes and cleaned using preprocessing techniques.</a:t>
            </a:r>
          </a:p>
          <a:p>
            <a:pPr marL="811262" lvl="1" indent="-405631" algn="just">
              <a:lnSpc>
                <a:spcPts val="5260"/>
              </a:lnSpc>
              <a:buFont typeface="Arial"/>
              <a:buChar char="•"/>
            </a:pPr>
            <a:r>
              <a:rPr lang="en-US" sz="3757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Important skills and keywords are identified from the resume text.</a:t>
            </a:r>
          </a:p>
          <a:p>
            <a:pPr marL="811262" lvl="1" indent="-405631" algn="just">
              <a:lnSpc>
                <a:spcPts val="5260"/>
              </a:lnSpc>
              <a:buFont typeface="Arial"/>
              <a:buChar char="•"/>
            </a:pPr>
            <a:r>
              <a:rPr lang="en-US" sz="3757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The job description is analyzed to extract required skills.</a:t>
            </a:r>
          </a:p>
          <a:p>
            <a:pPr marL="811262" lvl="1" indent="-405631" algn="just">
              <a:lnSpc>
                <a:spcPts val="5260"/>
              </a:lnSpc>
              <a:buFont typeface="Arial"/>
              <a:buChar char="•"/>
            </a:pPr>
            <a:r>
              <a:rPr lang="en-US" sz="3757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 similarity score is calculated between the resume and job description.</a:t>
            </a:r>
          </a:p>
          <a:p>
            <a:pPr marL="811262" lvl="1" indent="-405631" algn="just">
              <a:lnSpc>
                <a:spcPts val="5260"/>
              </a:lnSpc>
              <a:buFont typeface="Arial"/>
              <a:buChar char="•"/>
            </a:pPr>
            <a:r>
              <a:rPr lang="en-US" sz="3757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Matching resumes are shortlisted based on the similarity score.</a:t>
            </a:r>
          </a:p>
          <a:p>
            <a:pPr algn="just">
              <a:lnSpc>
                <a:spcPts val="2703"/>
              </a:lnSpc>
            </a:pPr>
            <a:endParaRPr lang="en-US" sz="3757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ABBBA5D7-EBA1-B9AE-9CEF-302293083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19CF28B7-BE0E-4F6F-7F2E-84F63FE28248}"/>
              </a:ext>
            </a:extLst>
          </p:cNvPr>
          <p:cNvSpPr/>
          <p:nvPr/>
        </p:nvSpPr>
        <p:spPr>
          <a:xfrm>
            <a:off x="57431" y="6437157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="" xmlns:a16="http://schemas.microsoft.com/office/drawing/2014/main" id="{3B865CE7-8460-8E8C-6C68-E90CDABD8523}"/>
              </a:ext>
            </a:extLst>
          </p:cNvPr>
          <p:cNvSpPr/>
          <p:nvPr/>
        </p:nvSpPr>
        <p:spPr>
          <a:xfrm flipH="1" flipV="1">
            <a:off x="11924574" y="-190502"/>
            <a:ext cx="6363426" cy="3948113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4E47FB27-BEAF-31C2-8AD1-9B187883D7A1}"/>
              </a:ext>
            </a:extLst>
          </p:cNvPr>
          <p:cNvSpPr/>
          <p:nvPr/>
        </p:nvSpPr>
        <p:spPr>
          <a:xfrm rot="-5002168">
            <a:off x="1052130" y="-802179"/>
            <a:ext cx="2665679" cy="4376552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="" xmlns:a16="http://schemas.microsoft.com/office/drawing/2014/main" id="{945C5076-924B-3606-1A72-AC2B6774C491}"/>
              </a:ext>
            </a:extLst>
          </p:cNvPr>
          <p:cNvSpPr/>
          <p:nvPr/>
        </p:nvSpPr>
        <p:spPr>
          <a:xfrm rot="-5002168" flipH="1" flipV="1">
            <a:off x="5293738" y="3700700"/>
            <a:ext cx="3020912" cy="342416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="" xmlns:a16="http://schemas.microsoft.com/office/drawing/2014/main" id="{0EF33F52-8AC4-AAE4-DA58-1E5AE80C27E0}"/>
              </a:ext>
            </a:extLst>
          </p:cNvPr>
          <p:cNvSpPr/>
          <p:nvPr/>
        </p:nvSpPr>
        <p:spPr>
          <a:xfrm rot="7488824">
            <a:off x="958623" y="7564000"/>
            <a:ext cx="1007179" cy="3178751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>
            <a:extLst>
              <a:ext uri="{FF2B5EF4-FFF2-40B4-BE49-F238E27FC236}">
                <a16:creationId xmlns="" xmlns:a16="http://schemas.microsoft.com/office/drawing/2014/main" id="{A1D18DBA-F2F5-A84F-0D7D-806B6FD1617D}"/>
              </a:ext>
            </a:extLst>
          </p:cNvPr>
          <p:cNvSpPr/>
          <p:nvPr/>
        </p:nvSpPr>
        <p:spPr>
          <a:xfrm rot="7488824">
            <a:off x="15098176" y="-172420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43BA6CDE-4F7C-03DE-03CC-D7D8A99E8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754" y="500030"/>
            <a:ext cx="2663356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Google Sans Text"/>
              </a:rPr>
              <a:t>Traditional Screening vs. </a:t>
            </a:r>
            <a:r>
              <a:rPr lang="en-US" altLang="en-US" sz="4400" b="1" dirty="0">
                <a:solidFill>
                  <a:schemeClr val="tx2"/>
                </a:solidFill>
                <a:latin typeface="Google Sans Text"/>
              </a:rPr>
              <a:t>Ou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Google Sans Text"/>
              </a:rPr>
              <a:t>r AI System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5282306-3FD6-F1B8-BEC8-40D5344740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0090" y="1868434"/>
            <a:ext cx="12994710" cy="693266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4623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62" y="7886700"/>
            <a:ext cx="4321938" cy="2514599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21014" y="-16853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807814" y="-1317028"/>
            <a:ext cx="2789080" cy="4758585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709583" y="7235548"/>
            <a:ext cx="3113789" cy="3665097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68124" y="7051183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4602926" y="-189800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8601" y="190500"/>
            <a:ext cx="2209800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71"/>
              </a:lnSpc>
            </a:pPr>
            <a:r>
              <a:rPr lang="en-US" sz="4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Code</a:t>
            </a:r>
            <a:r>
              <a:rPr lang="en-US" sz="8193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8A82804-3031-E628-680F-C9F0315ED205}"/>
              </a:ext>
            </a:extLst>
          </p:cNvPr>
          <p:cNvSpPr txBox="1"/>
          <p:nvPr/>
        </p:nvSpPr>
        <p:spPr>
          <a:xfrm>
            <a:off x="3779929" y="455958"/>
            <a:ext cx="19562634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import </a:t>
            </a:r>
            <a:r>
              <a:rPr lang="en-IN" b="1" dirty="0" err="1"/>
              <a:t>os</a:t>
            </a:r>
            <a:endParaRPr lang="en-IN" b="1" dirty="0"/>
          </a:p>
          <a:p>
            <a:r>
              <a:rPr lang="en-IN" b="1" dirty="0"/>
              <a:t>import re</a:t>
            </a:r>
          </a:p>
          <a:p>
            <a:r>
              <a:rPr lang="en-IN" b="1" dirty="0"/>
              <a:t>import </a:t>
            </a:r>
            <a:r>
              <a:rPr lang="en-IN" b="1" dirty="0" err="1"/>
              <a:t>shutil</a:t>
            </a:r>
            <a:endParaRPr lang="en-IN" b="1" dirty="0"/>
          </a:p>
          <a:p>
            <a:r>
              <a:rPr lang="en-IN" b="1" dirty="0"/>
              <a:t>from </a:t>
            </a:r>
            <a:r>
              <a:rPr lang="en-IN" b="1" dirty="0" err="1"/>
              <a:t>pdfminer.high_level</a:t>
            </a:r>
            <a:r>
              <a:rPr lang="en-IN" b="1" dirty="0"/>
              <a:t> import </a:t>
            </a:r>
            <a:r>
              <a:rPr lang="en-IN" b="1" dirty="0" err="1"/>
              <a:t>extract_text</a:t>
            </a:r>
            <a:endParaRPr lang="en-IN" b="1" dirty="0"/>
          </a:p>
          <a:p>
            <a:r>
              <a:rPr lang="en-IN" b="1" dirty="0"/>
              <a:t>from </a:t>
            </a:r>
            <a:r>
              <a:rPr lang="en-IN" b="1" dirty="0" err="1"/>
              <a:t>sklearn.feature_extraction.text</a:t>
            </a:r>
            <a:r>
              <a:rPr lang="en-IN" b="1" dirty="0"/>
              <a:t> import </a:t>
            </a:r>
            <a:r>
              <a:rPr lang="en-IN" b="1" dirty="0" err="1"/>
              <a:t>TfidfVectorizer</a:t>
            </a:r>
            <a:endParaRPr lang="en-IN" b="1" dirty="0"/>
          </a:p>
          <a:p>
            <a:r>
              <a:rPr lang="en-IN" b="1" dirty="0"/>
              <a:t>from </a:t>
            </a:r>
            <a:r>
              <a:rPr lang="en-IN" b="1" dirty="0" err="1"/>
              <a:t>sklearn.metrics.pairwise</a:t>
            </a:r>
            <a:r>
              <a:rPr lang="en-IN" b="1" dirty="0"/>
              <a:t> import </a:t>
            </a:r>
            <a:r>
              <a:rPr lang="en-IN" b="1" dirty="0" err="1"/>
              <a:t>cosine_similarity</a:t>
            </a:r>
            <a:endParaRPr lang="en-IN" b="1" dirty="0"/>
          </a:p>
          <a:p>
            <a:r>
              <a:rPr lang="en-IN" b="1" dirty="0"/>
              <a:t>def </a:t>
            </a:r>
            <a:r>
              <a:rPr lang="en-IN" b="1" dirty="0" err="1"/>
              <a:t>clean_text</a:t>
            </a:r>
            <a:r>
              <a:rPr lang="en-IN" b="1" dirty="0"/>
              <a:t>(text):</a:t>
            </a:r>
          </a:p>
          <a:p>
            <a:r>
              <a:rPr lang="en-IN" b="1" dirty="0"/>
              <a:t>    text = </a:t>
            </a:r>
            <a:r>
              <a:rPr lang="en-IN" b="1" dirty="0" err="1"/>
              <a:t>text.lower</a:t>
            </a:r>
            <a:r>
              <a:rPr lang="en-IN" b="1" dirty="0"/>
              <a:t>()</a:t>
            </a:r>
          </a:p>
          <a:p>
            <a:r>
              <a:rPr lang="en-IN" b="1" dirty="0"/>
              <a:t>    text = </a:t>
            </a:r>
            <a:r>
              <a:rPr lang="en-IN" b="1" dirty="0" err="1"/>
              <a:t>re.sub</a:t>
            </a:r>
            <a:r>
              <a:rPr lang="en-IN" b="1" dirty="0"/>
              <a:t>(r'[^a-z\s]', ' ', text)</a:t>
            </a:r>
          </a:p>
          <a:p>
            <a:r>
              <a:rPr lang="en-IN" b="1" dirty="0"/>
              <a:t>    text = </a:t>
            </a:r>
            <a:r>
              <a:rPr lang="en-IN" b="1" dirty="0" err="1"/>
              <a:t>re.sub</a:t>
            </a:r>
            <a:r>
              <a:rPr lang="en-IN" b="1" dirty="0"/>
              <a:t>(r'\s+', ' ', text).strip()</a:t>
            </a:r>
          </a:p>
          <a:p>
            <a:r>
              <a:rPr lang="en-IN" b="1" dirty="0"/>
              <a:t>    return text</a:t>
            </a:r>
          </a:p>
          <a:p>
            <a:r>
              <a:rPr lang="en-IN" b="1" dirty="0"/>
              <a:t>def </a:t>
            </a:r>
            <a:r>
              <a:rPr lang="en-IN" b="1" dirty="0" err="1"/>
              <a:t>check_skill_gaps</a:t>
            </a:r>
            <a:r>
              <a:rPr lang="en-IN" b="1" dirty="0"/>
              <a:t>(</a:t>
            </a:r>
            <a:r>
              <a:rPr lang="en-IN" b="1" dirty="0" err="1"/>
              <a:t>resume_text</a:t>
            </a:r>
            <a:r>
              <a:rPr lang="en-IN" b="1" dirty="0"/>
              <a:t>, </a:t>
            </a:r>
            <a:r>
              <a:rPr lang="en-IN" b="1" dirty="0" err="1"/>
              <a:t>jd_text</a:t>
            </a:r>
            <a:r>
              <a:rPr lang="en-IN" b="1" dirty="0"/>
              <a:t>):</a:t>
            </a:r>
          </a:p>
          <a:p>
            <a:r>
              <a:rPr lang="en-IN" b="1" dirty="0"/>
              <a:t>    # This list defines the NLP features we are looking for</a:t>
            </a:r>
          </a:p>
          <a:p>
            <a:r>
              <a:rPr lang="en-IN" b="1" dirty="0"/>
              <a:t>    TECHNICAL_SKILLS = ["python", "</a:t>
            </a:r>
            <a:r>
              <a:rPr lang="en-IN" b="1" dirty="0" err="1"/>
              <a:t>sql</a:t>
            </a:r>
            <a:r>
              <a:rPr lang="en-IN" b="1" dirty="0"/>
              <a:t>", "machine learning", "</a:t>
            </a:r>
            <a:r>
              <a:rPr lang="en-IN" b="1" dirty="0" err="1"/>
              <a:t>nlp</a:t>
            </a:r>
            <a:r>
              <a:rPr lang="en-IN" b="1" dirty="0"/>
              <a:t>", "data science", "</a:t>
            </a:r>
            <a:r>
              <a:rPr lang="en-IN" b="1" dirty="0" err="1"/>
              <a:t>aws</a:t>
            </a:r>
            <a:r>
              <a:rPr lang="en-IN" b="1" dirty="0"/>
              <a:t>", "azure", "java", "tableau"]</a:t>
            </a:r>
          </a:p>
          <a:p>
            <a:r>
              <a:rPr lang="en-IN" b="1" dirty="0"/>
              <a:t>    </a:t>
            </a:r>
            <a:r>
              <a:rPr lang="en-IN" b="1" dirty="0" err="1"/>
              <a:t>resume_words</a:t>
            </a:r>
            <a:r>
              <a:rPr lang="en-IN" b="1" dirty="0"/>
              <a:t> = set(</a:t>
            </a:r>
            <a:r>
              <a:rPr lang="en-IN" b="1" dirty="0" err="1"/>
              <a:t>clean_text</a:t>
            </a:r>
            <a:r>
              <a:rPr lang="en-IN" b="1" dirty="0"/>
              <a:t>(</a:t>
            </a:r>
            <a:r>
              <a:rPr lang="en-IN" b="1" dirty="0" err="1"/>
              <a:t>resume_text</a:t>
            </a:r>
            <a:r>
              <a:rPr lang="en-IN" b="1" dirty="0"/>
              <a:t>).split())</a:t>
            </a:r>
          </a:p>
          <a:p>
            <a:r>
              <a:rPr lang="en-IN" b="1" dirty="0"/>
              <a:t>    </a:t>
            </a:r>
            <a:r>
              <a:rPr lang="en-IN" b="1" dirty="0" err="1"/>
              <a:t>jd_words</a:t>
            </a:r>
            <a:r>
              <a:rPr lang="en-IN" b="1" dirty="0"/>
              <a:t> = set(</a:t>
            </a:r>
            <a:r>
              <a:rPr lang="en-IN" b="1" dirty="0" err="1"/>
              <a:t>clean_text</a:t>
            </a:r>
            <a:r>
              <a:rPr lang="en-IN" b="1" dirty="0"/>
              <a:t>(</a:t>
            </a:r>
            <a:r>
              <a:rPr lang="en-IN" b="1" dirty="0" err="1"/>
              <a:t>jd_text</a:t>
            </a:r>
            <a:r>
              <a:rPr lang="en-IN" b="1" dirty="0"/>
              <a:t>).split())</a:t>
            </a:r>
          </a:p>
          <a:p>
            <a:r>
              <a:rPr lang="en-IN" b="1" dirty="0"/>
              <a:t>    found = [s for s in TECHNICAL_SKILLS if s in </a:t>
            </a:r>
            <a:r>
              <a:rPr lang="en-IN" b="1" dirty="0" err="1"/>
              <a:t>resume_words</a:t>
            </a:r>
            <a:r>
              <a:rPr lang="en-IN" b="1" dirty="0"/>
              <a:t>]</a:t>
            </a:r>
          </a:p>
          <a:p>
            <a:r>
              <a:rPr lang="en-IN" b="1" dirty="0"/>
              <a:t>    missing = [s for s in TECHNICAL_SKILLS if s in </a:t>
            </a:r>
            <a:r>
              <a:rPr lang="en-IN" b="1" dirty="0" err="1"/>
              <a:t>jd_words</a:t>
            </a:r>
            <a:r>
              <a:rPr lang="en-IN" b="1" dirty="0"/>
              <a:t> and s not in </a:t>
            </a:r>
            <a:r>
              <a:rPr lang="en-IN" b="1" dirty="0" err="1"/>
              <a:t>resume_words</a:t>
            </a:r>
            <a:r>
              <a:rPr lang="en-IN" b="1" dirty="0"/>
              <a:t>]</a:t>
            </a:r>
          </a:p>
          <a:p>
            <a:r>
              <a:rPr lang="en-IN" b="1" dirty="0"/>
              <a:t>    return found, missing</a:t>
            </a:r>
          </a:p>
          <a:p>
            <a:r>
              <a:rPr lang="en-IN" b="1" dirty="0"/>
              <a:t>def </a:t>
            </a:r>
            <a:r>
              <a:rPr lang="en-IN" b="1" dirty="0" err="1"/>
              <a:t>run_nlp_screener</a:t>
            </a:r>
            <a:r>
              <a:rPr lang="en-IN" b="1" dirty="0"/>
              <a:t>():</a:t>
            </a:r>
          </a:p>
          <a:p>
            <a:r>
              <a:rPr lang="en-IN" b="1" dirty="0"/>
              <a:t>    </a:t>
            </a:r>
            <a:r>
              <a:rPr lang="en-IN" b="1" dirty="0" err="1"/>
              <a:t>input_folder</a:t>
            </a:r>
            <a:r>
              <a:rPr lang="en-IN" b="1" dirty="0"/>
              <a:t> = "</a:t>
            </a:r>
            <a:r>
              <a:rPr lang="en-IN" b="1" dirty="0" err="1"/>
              <a:t>nlp</a:t>
            </a:r>
            <a:r>
              <a:rPr lang="en-IN" b="1" dirty="0"/>
              <a:t>" </a:t>
            </a:r>
          </a:p>
          <a:p>
            <a:r>
              <a:rPr lang="en-IN" b="1" dirty="0"/>
              <a:t>    </a:t>
            </a:r>
            <a:r>
              <a:rPr lang="en-IN" b="1" dirty="0" err="1"/>
              <a:t>job_description</a:t>
            </a:r>
            <a:r>
              <a:rPr lang="en-IN" b="1" dirty="0"/>
              <a:t> = "Looking for a Data Scientist with Python, SQL, and Machine Learning skills. Experience in NLP is a plus."</a:t>
            </a:r>
          </a:p>
          <a:p>
            <a:r>
              <a:rPr lang="en-IN" b="1" dirty="0"/>
              <a:t>    threshold = 60</a:t>
            </a:r>
          </a:p>
          <a:p>
            <a:r>
              <a:rPr lang="en-IN" b="1" dirty="0"/>
              <a:t>    # Create destination folders for automated categorization</a:t>
            </a:r>
          </a:p>
          <a:p>
            <a:r>
              <a:rPr lang="en-IN" b="1" dirty="0"/>
              <a:t>    for folder in ["</a:t>
            </a:r>
            <a:r>
              <a:rPr lang="en-IN" b="1" dirty="0" err="1"/>
              <a:t>Shortlisted_Candidates</a:t>
            </a:r>
            <a:r>
              <a:rPr lang="en-IN" b="1" dirty="0"/>
              <a:t>", "</a:t>
            </a:r>
            <a:r>
              <a:rPr lang="en-IN" b="1" dirty="0" err="1"/>
              <a:t>Rejected_Candidates</a:t>
            </a:r>
            <a:r>
              <a:rPr lang="en-IN" b="1" dirty="0"/>
              <a:t>"]:</a:t>
            </a:r>
          </a:p>
          <a:p>
            <a:r>
              <a:rPr lang="en-IN" b="1" dirty="0"/>
              <a:t>        if not </a:t>
            </a:r>
            <a:r>
              <a:rPr lang="en-IN" b="1" dirty="0" err="1"/>
              <a:t>os.path.exists</a:t>
            </a:r>
            <a:r>
              <a:rPr lang="en-IN" b="1" dirty="0"/>
              <a:t>(folder):</a:t>
            </a:r>
          </a:p>
          <a:p>
            <a:r>
              <a:rPr lang="en-IN" b="1" dirty="0"/>
              <a:t>            </a:t>
            </a:r>
            <a:r>
              <a:rPr lang="en-IN" b="1" dirty="0" err="1"/>
              <a:t>os.makedirs</a:t>
            </a:r>
            <a:r>
              <a:rPr lang="en-IN" b="1" dirty="0"/>
              <a:t>(folder)</a:t>
            </a:r>
          </a:p>
          <a:p>
            <a:r>
              <a:rPr lang="en-IN" b="1" dirty="0"/>
              <a:t>    if not </a:t>
            </a:r>
            <a:r>
              <a:rPr lang="en-IN" b="1" dirty="0" err="1"/>
              <a:t>os.path.exists</a:t>
            </a:r>
            <a:r>
              <a:rPr lang="en-IN" b="1" dirty="0"/>
              <a:t>(</a:t>
            </a:r>
            <a:r>
              <a:rPr lang="en-IN" b="1" dirty="0" err="1"/>
              <a:t>input_folder</a:t>
            </a:r>
            <a:r>
              <a:rPr lang="en-IN" b="1" dirty="0"/>
              <a:t>):</a:t>
            </a:r>
          </a:p>
          <a:p>
            <a:r>
              <a:rPr lang="en-IN" b="1" dirty="0"/>
              <a:t>        print(f"❌ Error: Folder '{</a:t>
            </a:r>
            <a:r>
              <a:rPr lang="en-IN" b="1" dirty="0" err="1"/>
              <a:t>input_folder</a:t>
            </a:r>
            <a:r>
              <a:rPr lang="en-IN" b="1" dirty="0"/>
              <a:t>}' not found!")</a:t>
            </a:r>
          </a:p>
          <a:p>
            <a:r>
              <a:rPr lang="en-IN" b="1" dirty="0"/>
              <a:t>        return</a:t>
            </a:r>
          </a:p>
          <a:p>
            <a:r>
              <a:rPr lang="en-IN" b="1" dirty="0"/>
              <a:t>    </a:t>
            </a:r>
            <a:r>
              <a:rPr lang="en-IN" b="1" dirty="0" err="1"/>
              <a:t>resume_files</a:t>
            </a:r>
            <a:r>
              <a:rPr lang="en-IN" b="1" dirty="0"/>
              <a:t> = [f for f in </a:t>
            </a:r>
            <a:r>
              <a:rPr lang="en-IN" b="1" dirty="0" err="1"/>
              <a:t>os.listdir</a:t>
            </a:r>
            <a:r>
              <a:rPr lang="en-IN" b="1" dirty="0"/>
              <a:t>(</a:t>
            </a:r>
            <a:r>
              <a:rPr lang="en-IN" b="1" dirty="0" err="1"/>
              <a:t>input_folder</a:t>
            </a:r>
            <a:r>
              <a:rPr lang="en-IN" b="1" dirty="0"/>
              <a:t>) if </a:t>
            </a:r>
            <a:r>
              <a:rPr lang="en-IN" b="1" dirty="0" err="1"/>
              <a:t>f.endswith</a:t>
            </a:r>
            <a:r>
              <a:rPr lang="en-IN" b="1" dirty="0"/>
              <a:t>('.pdf')]</a:t>
            </a:r>
          </a:p>
          <a:p>
            <a:r>
              <a:rPr lang="en-IN" b="1" dirty="0"/>
              <a:t>    if not </a:t>
            </a:r>
            <a:r>
              <a:rPr lang="en-IN" b="1" dirty="0" err="1"/>
              <a:t>resume_files</a:t>
            </a:r>
            <a:r>
              <a:rPr lang="en-IN" b="1" dirty="0"/>
              <a:t>:</a:t>
            </a:r>
          </a:p>
          <a:p>
            <a:r>
              <a:rPr lang="en-IN" b="1" dirty="0"/>
              <a:t>        print(f"📂 No PDF resumes found in '{</a:t>
            </a:r>
            <a:r>
              <a:rPr lang="en-IN" b="1" dirty="0" err="1"/>
              <a:t>input_folder</a:t>
            </a:r>
            <a:r>
              <a:rPr lang="en-IN" b="1" dirty="0"/>
              <a:t>}'.")</a:t>
            </a:r>
          </a:p>
          <a:p>
            <a:r>
              <a:rPr lang="en-IN" b="1" dirty="0"/>
              <a:t>        return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r>
              <a:rPr lang="en-IN" dirty="0"/>
              <a:t>    print(f"🚀 Found {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resume_files</a:t>
            </a:r>
            <a:r>
              <a:rPr lang="en-IN" dirty="0"/>
              <a:t>)} resumes. Starting NLP Analysis...\n")</a:t>
            </a:r>
          </a:p>
          <a:p>
            <a:endParaRPr lang="en-IN" sz="2400" dirty="0"/>
          </a:p>
          <a:p>
            <a:r>
              <a:rPr lang="en-IN" sz="2400" dirty="0"/>
              <a:t/>
            </a:r>
            <a:br>
              <a:rPr lang="en-IN" sz="2400" dirty="0"/>
            </a:br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BDEA79-F5E3-14DC-926F-D2F719A29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90500"/>
            <a:ext cx="14173200" cy="10210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    print(f"🚀 Found {</a:t>
            </a:r>
            <a:r>
              <a:rPr lang="en-IN" sz="1600" b="1" dirty="0" err="1"/>
              <a:t>len</a:t>
            </a:r>
            <a:r>
              <a:rPr lang="en-IN" sz="1600" b="1" dirty="0"/>
              <a:t>(</a:t>
            </a:r>
            <a:r>
              <a:rPr lang="en-IN" sz="1600" b="1" dirty="0" err="1"/>
              <a:t>resume_files</a:t>
            </a:r>
            <a:r>
              <a:rPr lang="en-IN" sz="1600" b="1" dirty="0"/>
              <a:t>)} resumes. Starting NLP Analysis...\n")</a:t>
            </a:r>
          </a:p>
          <a:p>
            <a:pPr marL="0" indent="0">
              <a:buNone/>
            </a:pPr>
            <a:r>
              <a:rPr lang="en-IN" sz="1600" b="1" dirty="0"/>
              <a:t>    for </a:t>
            </a:r>
            <a:r>
              <a:rPr lang="en-IN" sz="1600" b="1" dirty="0" err="1"/>
              <a:t>file_name</a:t>
            </a:r>
            <a:r>
              <a:rPr lang="en-IN" sz="1600" b="1" dirty="0"/>
              <a:t> in </a:t>
            </a:r>
            <a:r>
              <a:rPr lang="en-IN" sz="1600" b="1" dirty="0" err="1"/>
              <a:t>resume_files</a:t>
            </a:r>
            <a:r>
              <a:rPr lang="en-IN" sz="1600" b="1" dirty="0"/>
              <a:t>:</a:t>
            </a:r>
          </a:p>
          <a:p>
            <a:pPr marL="0" indent="0">
              <a:buNone/>
            </a:pPr>
            <a:r>
              <a:rPr lang="en-IN" sz="1600" b="1" dirty="0"/>
              <a:t>        </a:t>
            </a:r>
            <a:r>
              <a:rPr lang="en-IN" sz="1600" b="1" dirty="0" err="1"/>
              <a:t>full_path</a:t>
            </a:r>
            <a:r>
              <a:rPr lang="en-IN" sz="1600" b="1" dirty="0"/>
              <a:t> = </a:t>
            </a:r>
            <a:r>
              <a:rPr lang="en-IN" sz="1600" b="1" dirty="0" err="1"/>
              <a:t>os.path.join</a:t>
            </a:r>
            <a:r>
              <a:rPr lang="en-IN" sz="1600" b="1" dirty="0"/>
              <a:t>(</a:t>
            </a:r>
            <a:r>
              <a:rPr lang="en-IN" sz="1600" b="1" dirty="0" err="1"/>
              <a:t>input_folder</a:t>
            </a:r>
            <a:r>
              <a:rPr lang="en-IN" sz="1600" b="1" dirty="0"/>
              <a:t>, </a:t>
            </a:r>
            <a:r>
              <a:rPr lang="en-IN" sz="1600" b="1" dirty="0" err="1"/>
              <a:t>file_name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b="1" dirty="0"/>
              <a:t>        try:</a:t>
            </a:r>
          </a:p>
          <a:p>
            <a:pPr marL="0" indent="0">
              <a:buNone/>
            </a:pPr>
            <a:r>
              <a:rPr lang="en-IN" sz="1600" b="1" dirty="0"/>
              <a:t>  # Step 1: Text Extraction</a:t>
            </a:r>
          </a:p>
          <a:p>
            <a:pPr marL="0" indent="0">
              <a:buNone/>
            </a:pPr>
            <a:r>
              <a:rPr lang="en-IN" sz="1600" b="1" dirty="0"/>
              <a:t>            </a:t>
            </a:r>
            <a:r>
              <a:rPr lang="en-IN" sz="1600" b="1" dirty="0" err="1"/>
              <a:t>raw_resume</a:t>
            </a:r>
            <a:r>
              <a:rPr lang="en-IN" sz="1600" b="1" dirty="0"/>
              <a:t> = </a:t>
            </a:r>
            <a:r>
              <a:rPr lang="en-IN" sz="1600" b="1" dirty="0" err="1"/>
              <a:t>extract_text</a:t>
            </a:r>
            <a:r>
              <a:rPr lang="en-IN" sz="1600" b="1" dirty="0"/>
              <a:t>(</a:t>
            </a:r>
            <a:r>
              <a:rPr lang="en-IN" sz="1600" b="1" dirty="0" err="1"/>
              <a:t>full_path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b="1" dirty="0"/>
              <a:t>            </a:t>
            </a:r>
            <a:r>
              <a:rPr lang="en-IN" sz="1600" b="1" dirty="0" err="1"/>
              <a:t>clean_resume</a:t>
            </a:r>
            <a:r>
              <a:rPr lang="en-IN" sz="1600" b="1" dirty="0"/>
              <a:t> = </a:t>
            </a:r>
            <a:r>
              <a:rPr lang="en-IN" sz="1600" b="1" dirty="0" err="1"/>
              <a:t>clean_text</a:t>
            </a:r>
            <a:r>
              <a:rPr lang="en-IN" sz="1600" b="1" dirty="0"/>
              <a:t>(</a:t>
            </a:r>
            <a:r>
              <a:rPr lang="en-IN" sz="1600" b="1" dirty="0" err="1"/>
              <a:t>raw_resume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b="1" dirty="0"/>
              <a:t>            </a:t>
            </a:r>
            <a:r>
              <a:rPr lang="en-IN" sz="1600" b="1" dirty="0" err="1"/>
              <a:t>clean_jd</a:t>
            </a:r>
            <a:r>
              <a:rPr lang="en-IN" sz="1600" b="1" dirty="0"/>
              <a:t> = </a:t>
            </a:r>
            <a:r>
              <a:rPr lang="en-IN" sz="1600" b="1" dirty="0" err="1"/>
              <a:t>clean_text</a:t>
            </a:r>
            <a:r>
              <a:rPr lang="en-IN" sz="1600" b="1" dirty="0"/>
              <a:t>(</a:t>
            </a:r>
            <a:r>
              <a:rPr lang="en-IN" sz="1600" b="1" dirty="0" err="1"/>
              <a:t>job_description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b="1" dirty="0"/>
              <a:t>  # Step 2: TF-IDF Vectorization</a:t>
            </a:r>
          </a:p>
          <a:p>
            <a:pPr marL="0" indent="0">
              <a:buNone/>
            </a:pPr>
            <a:r>
              <a:rPr lang="en-IN" sz="1600" b="1" dirty="0"/>
              <a:t>            vectorizer = </a:t>
            </a:r>
            <a:r>
              <a:rPr lang="en-IN" sz="1600" b="1" dirty="0" err="1"/>
              <a:t>TfidfVectorizer</a:t>
            </a:r>
            <a:r>
              <a:rPr lang="en-IN" sz="1600" b="1" dirty="0"/>
              <a:t>(</a:t>
            </a:r>
            <a:r>
              <a:rPr lang="en-IN" sz="1600" b="1" dirty="0" err="1"/>
              <a:t>ngram_range</a:t>
            </a:r>
            <a:r>
              <a:rPr lang="en-IN" sz="1600" b="1" dirty="0"/>
              <a:t>=(1,2))</a:t>
            </a:r>
          </a:p>
          <a:p>
            <a:pPr marL="0" indent="0">
              <a:buNone/>
            </a:pPr>
            <a:r>
              <a:rPr lang="en-IN" sz="1600" b="1" dirty="0"/>
              <a:t>            </a:t>
            </a:r>
            <a:r>
              <a:rPr lang="en-IN" sz="1600" b="1" dirty="0" err="1"/>
              <a:t>tfidf_matrix</a:t>
            </a:r>
            <a:r>
              <a:rPr lang="en-IN" sz="1600" b="1" dirty="0"/>
              <a:t> = </a:t>
            </a:r>
            <a:r>
              <a:rPr lang="en-IN" sz="1600" b="1" dirty="0" err="1"/>
              <a:t>vectorizer.fit_transform</a:t>
            </a:r>
            <a:r>
              <a:rPr lang="en-IN" sz="1600" b="1" dirty="0"/>
              <a:t>([</a:t>
            </a:r>
            <a:r>
              <a:rPr lang="en-IN" sz="1600" b="1" dirty="0" err="1"/>
              <a:t>clean_resume</a:t>
            </a:r>
            <a:r>
              <a:rPr lang="en-IN" sz="1600" b="1" dirty="0"/>
              <a:t>, </a:t>
            </a:r>
            <a:r>
              <a:rPr lang="en-IN" sz="1600" b="1" dirty="0" err="1"/>
              <a:t>clean_jd</a:t>
            </a:r>
            <a:r>
              <a:rPr lang="en-IN" sz="1600" b="1" dirty="0"/>
              <a:t>])</a:t>
            </a:r>
          </a:p>
          <a:p>
            <a:pPr marL="0" indent="0">
              <a:buNone/>
            </a:pPr>
            <a:r>
              <a:rPr lang="en-IN" sz="1600" b="1" dirty="0"/>
              <a:t> # Step 3: Cosine Similarity Math</a:t>
            </a:r>
          </a:p>
          <a:p>
            <a:pPr marL="0" indent="0">
              <a:buNone/>
            </a:pPr>
            <a:r>
              <a:rPr lang="en-IN" sz="1600" b="1" dirty="0"/>
              <a:t>            </a:t>
            </a:r>
            <a:r>
              <a:rPr lang="en-IN" sz="1600" b="1" dirty="0" err="1"/>
              <a:t>raw_similarity</a:t>
            </a:r>
            <a:r>
              <a:rPr lang="en-IN" sz="1600" b="1" dirty="0"/>
              <a:t> = </a:t>
            </a:r>
            <a:r>
              <a:rPr lang="en-IN" sz="1600" b="1" dirty="0" err="1"/>
              <a:t>cosine_similarity</a:t>
            </a:r>
            <a:r>
              <a:rPr lang="en-IN" sz="1600" b="1" dirty="0"/>
              <a:t>(</a:t>
            </a:r>
            <a:r>
              <a:rPr lang="en-IN" sz="1600" b="1" dirty="0" err="1"/>
              <a:t>tfidf_matrix</a:t>
            </a:r>
            <a:r>
              <a:rPr lang="en-IN" sz="1600" b="1" dirty="0"/>
              <a:t>[0:1], </a:t>
            </a:r>
            <a:r>
              <a:rPr lang="en-IN" sz="1600" b="1" dirty="0" err="1"/>
              <a:t>tfidf_matrix</a:t>
            </a:r>
            <a:r>
              <a:rPr lang="en-IN" sz="1600" b="1" dirty="0"/>
              <a:t>[1:2])[0][0]</a:t>
            </a:r>
          </a:p>
          <a:p>
            <a:pPr marL="0" indent="0">
              <a:buNone/>
            </a:pPr>
            <a:r>
              <a:rPr lang="en-IN" sz="1600" b="1" dirty="0"/>
              <a:t>            found, missing = </a:t>
            </a:r>
            <a:r>
              <a:rPr lang="en-IN" sz="1600" b="1" dirty="0" err="1"/>
              <a:t>check_skill_gaps</a:t>
            </a:r>
            <a:r>
              <a:rPr lang="en-IN" sz="1600" b="1" dirty="0"/>
              <a:t>(</a:t>
            </a:r>
            <a:r>
              <a:rPr lang="en-IN" sz="1600" b="1" dirty="0" err="1"/>
              <a:t>raw_resume</a:t>
            </a:r>
            <a:r>
              <a:rPr lang="en-IN" sz="1600" b="1" dirty="0"/>
              <a:t>, </a:t>
            </a:r>
            <a:r>
              <a:rPr lang="en-IN" sz="1600" b="1" dirty="0" err="1"/>
              <a:t>job_description</a:t>
            </a:r>
            <a:r>
              <a:rPr lang="en-IN" sz="1600" b="1" dirty="0"/>
              <a:t>) </a:t>
            </a:r>
          </a:p>
          <a:p>
            <a:pPr marL="0" indent="0">
              <a:buNone/>
            </a:pPr>
            <a:r>
              <a:rPr lang="en-IN" sz="1600" b="1" dirty="0"/>
              <a:t>  # Step 4: Final Accuracy Calculation</a:t>
            </a:r>
          </a:p>
          <a:p>
            <a:pPr marL="0" indent="0">
              <a:buNone/>
            </a:pPr>
            <a:r>
              <a:rPr lang="en-IN" sz="1600" b="1" dirty="0"/>
              <a:t>            boost = (</a:t>
            </a:r>
            <a:r>
              <a:rPr lang="en-IN" sz="1600" b="1" dirty="0" err="1"/>
              <a:t>len</a:t>
            </a:r>
            <a:r>
              <a:rPr lang="en-IN" sz="1600" b="1" dirty="0"/>
              <a:t>(found) / (</a:t>
            </a:r>
            <a:r>
              <a:rPr lang="en-IN" sz="1600" b="1" dirty="0" err="1"/>
              <a:t>len</a:t>
            </a:r>
            <a:r>
              <a:rPr lang="en-IN" sz="1600" b="1" dirty="0"/>
              <a:t>(found) + </a:t>
            </a:r>
            <a:r>
              <a:rPr lang="en-IN" sz="1600" b="1" dirty="0" err="1"/>
              <a:t>len</a:t>
            </a:r>
            <a:r>
              <a:rPr lang="en-IN" sz="1600" b="1" dirty="0"/>
              <a:t>(missing))) if (</a:t>
            </a:r>
            <a:r>
              <a:rPr lang="en-IN" sz="1600" b="1" dirty="0" err="1"/>
              <a:t>len</a:t>
            </a:r>
            <a:r>
              <a:rPr lang="en-IN" sz="1600" b="1" dirty="0"/>
              <a:t>(found) + </a:t>
            </a:r>
            <a:r>
              <a:rPr lang="en-IN" sz="1600" b="1" dirty="0" err="1"/>
              <a:t>len</a:t>
            </a:r>
            <a:r>
              <a:rPr lang="en-IN" sz="1600" b="1" dirty="0"/>
              <a:t>(missing)) &gt; 0 else 0</a:t>
            </a:r>
          </a:p>
          <a:p>
            <a:pPr marL="0" indent="0">
              <a:buNone/>
            </a:pPr>
            <a:r>
              <a:rPr lang="en-IN" sz="1600" b="1" dirty="0"/>
              <a:t>            accuracy = round((</a:t>
            </a:r>
            <a:r>
              <a:rPr lang="en-IN" sz="1600" b="1" dirty="0" err="1"/>
              <a:t>raw_similarity</a:t>
            </a:r>
            <a:r>
              <a:rPr lang="en-IN" sz="1600" b="1" dirty="0"/>
              <a:t> * 0.3 + boost * 0.7) * 100, 2)</a:t>
            </a:r>
          </a:p>
          <a:p>
            <a:pPr marL="0" indent="0">
              <a:buNone/>
            </a:pPr>
            <a:r>
              <a:rPr lang="en-IN" sz="1600" b="1" dirty="0"/>
              <a:t>  # Step 5: Final Output &amp; Action</a:t>
            </a:r>
          </a:p>
          <a:p>
            <a:pPr marL="0" indent="0">
              <a:buNone/>
            </a:pPr>
            <a:r>
              <a:rPr lang="en-IN" sz="1600" b="1" dirty="0"/>
              <a:t>            print("="*60)</a:t>
            </a:r>
          </a:p>
          <a:p>
            <a:pPr marL="0" indent="0">
              <a:buNone/>
            </a:pPr>
            <a:r>
              <a:rPr lang="en-IN" sz="1600" b="1" dirty="0"/>
              <a:t>            print(</a:t>
            </a:r>
            <a:r>
              <a:rPr lang="en-IN" sz="1600" b="1" dirty="0" err="1"/>
              <a:t>f"FILE</a:t>
            </a:r>
            <a:r>
              <a:rPr lang="en-IN" sz="1600" b="1" dirty="0"/>
              <a:t>: {</a:t>
            </a:r>
            <a:r>
              <a:rPr lang="en-IN" sz="1600" b="1" dirty="0" err="1"/>
              <a:t>file_name</a:t>
            </a:r>
            <a:r>
              <a:rPr lang="en-IN" sz="1600" b="1" dirty="0"/>
              <a:t>}")</a:t>
            </a:r>
          </a:p>
          <a:p>
            <a:pPr marL="0" indent="0">
              <a:buNone/>
            </a:pPr>
            <a:r>
              <a:rPr lang="en-IN" sz="1600" b="1" dirty="0"/>
              <a:t>            print(</a:t>
            </a:r>
            <a:r>
              <a:rPr lang="en-IN" sz="1600" b="1" dirty="0" err="1"/>
              <a:t>f"MATCH</a:t>
            </a:r>
            <a:r>
              <a:rPr lang="en-IN" sz="1600" b="1" dirty="0"/>
              <a:t> ACCURACY: {accuracy}%")</a:t>
            </a:r>
          </a:p>
          <a:p>
            <a:pPr marL="0" indent="0">
              <a:buNone/>
            </a:pPr>
            <a:r>
              <a:rPr lang="en-IN" sz="1600" b="1" dirty="0"/>
              <a:t>            print(f"✅ DETECTED SKILLS: {', '.join(found) if found else 'None Detected'}")   </a:t>
            </a:r>
          </a:p>
          <a:p>
            <a:pPr marL="0" indent="0">
              <a:buNone/>
            </a:pPr>
            <a:r>
              <a:rPr lang="en-IN" sz="1600" b="1" dirty="0"/>
              <a:t>            if accuracy &gt;= threshold:</a:t>
            </a:r>
          </a:p>
          <a:p>
            <a:pPr marL="0" indent="0">
              <a:buNone/>
            </a:pPr>
            <a:r>
              <a:rPr lang="en-IN" sz="1600" b="1" dirty="0"/>
              <a:t>                print("DECISION: 🟢 SHORTLISTED")</a:t>
            </a:r>
          </a:p>
          <a:p>
            <a:pPr marL="0" indent="0">
              <a:buNone/>
            </a:pPr>
            <a:r>
              <a:rPr lang="en-IN" sz="1600" b="1" dirty="0"/>
              <a:t>                </a:t>
            </a:r>
            <a:r>
              <a:rPr lang="en-IN" sz="1600" b="1" dirty="0" err="1"/>
              <a:t>shutil.copy</a:t>
            </a:r>
            <a:r>
              <a:rPr lang="en-IN" sz="1600" b="1" dirty="0"/>
              <a:t>(</a:t>
            </a:r>
            <a:r>
              <a:rPr lang="en-IN" sz="1600" b="1" dirty="0" err="1"/>
              <a:t>full_path</a:t>
            </a:r>
            <a:r>
              <a:rPr lang="en-IN" sz="1600" b="1" dirty="0"/>
              <a:t>, </a:t>
            </a:r>
            <a:r>
              <a:rPr lang="en-IN" sz="1600" b="1" dirty="0" err="1"/>
              <a:t>os.path.join</a:t>
            </a:r>
            <a:r>
              <a:rPr lang="en-IN" sz="1600" b="1" dirty="0"/>
              <a:t>("</a:t>
            </a:r>
            <a:r>
              <a:rPr lang="en-IN" sz="1600" b="1" dirty="0" err="1"/>
              <a:t>Shortlisted_Candidates</a:t>
            </a:r>
            <a:r>
              <a:rPr lang="en-IN" sz="1600" b="1" dirty="0"/>
              <a:t>", </a:t>
            </a:r>
            <a:r>
              <a:rPr lang="en-IN" sz="1600" b="1" dirty="0" err="1"/>
              <a:t>file_name</a:t>
            </a:r>
            <a:r>
              <a:rPr lang="en-IN" sz="1600" b="1" dirty="0"/>
              <a:t>))</a:t>
            </a:r>
          </a:p>
          <a:p>
            <a:pPr marL="0" indent="0">
              <a:buNone/>
            </a:pPr>
            <a:r>
              <a:rPr lang="en-IN" sz="1600" b="1" dirty="0"/>
              <a:t>                print(</a:t>
            </a:r>
            <a:r>
              <a:rPr lang="en-IN" sz="1600" b="1" dirty="0" err="1"/>
              <a:t>f"ACTION</a:t>
            </a:r>
            <a:r>
              <a:rPr lang="en-IN" sz="1600" b="1" dirty="0"/>
              <a:t>: Copied to '</a:t>
            </a:r>
            <a:r>
              <a:rPr lang="en-IN" sz="1600" b="1" dirty="0" err="1"/>
              <a:t>Shortlisted_Candidates</a:t>
            </a:r>
            <a:r>
              <a:rPr lang="en-IN" sz="1600" b="1" dirty="0"/>
              <a:t>' folder.")</a:t>
            </a:r>
          </a:p>
          <a:p>
            <a:pPr marL="0" indent="0">
              <a:buNone/>
            </a:pPr>
            <a:r>
              <a:rPr lang="en-IN" sz="1600" b="1" dirty="0"/>
              <a:t>            else:</a:t>
            </a:r>
          </a:p>
          <a:p>
            <a:pPr marL="0" indent="0">
              <a:buNone/>
            </a:pPr>
            <a:r>
              <a:rPr lang="en-IN" sz="1600" b="1" dirty="0"/>
              <a:t>                print("DECISION: 🔴 REJECTED")</a:t>
            </a:r>
          </a:p>
          <a:p>
            <a:pPr marL="0" indent="0">
              <a:buNone/>
            </a:pPr>
            <a:r>
              <a:rPr lang="en-IN" sz="1600" b="1" dirty="0"/>
              <a:t>                </a:t>
            </a:r>
            <a:r>
              <a:rPr lang="en-IN" sz="1600" b="1" dirty="0" err="1"/>
              <a:t>shutil.copy</a:t>
            </a:r>
            <a:r>
              <a:rPr lang="en-IN" sz="1600" b="1" dirty="0"/>
              <a:t>(</a:t>
            </a:r>
            <a:r>
              <a:rPr lang="en-IN" sz="1600" b="1" dirty="0" err="1"/>
              <a:t>full_path</a:t>
            </a:r>
            <a:r>
              <a:rPr lang="en-IN" sz="1600" b="1" dirty="0"/>
              <a:t>, </a:t>
            </a:r>
            <a:r>
              <a:rPr lang="en-IN" sz="1600" b="1" dirty="0" err="1"/>
              <a:t>os.path.join</a:t>
            </a:r>
            <a:r>
              <a:rPr lang="en-IN" sz="1600" b="1" dirty="0"/>
              <a:t>("</a:t>
            </a:r>
            <a:r>
              <a:rPr lang="en-IN" sz="1600" b="1" dirty="0" err="1"/>
              <a:t>Rejected_Candidates</a:t>
            </a:r>
            <a:r>
              <a:rPr lang="en-IN" sz="1600" b="1" dirty="0"/>
              <a:t>", </a:t>
            </a:r>
            <a:r>
              <a:rPr lang="en-IN" sz="1600" b="1" dirty="0" err="1"/>
              <a:t>file_name</a:t>
            </a:r>
            <a:r>
              <a:rPr lang="en-IN" sz="1600" b="1" dirty="0"/>
              <a:t>))</a:t>
            </a:r>
          </a:p>
          <a:p>
            <a:pPr marL="0" indent="0">
              <a:buNone/>
            </a:pPr>
            <a:r>
              <a:rPr lang="en-IN" sz="1600" b="1" dirty="0"/>
              <a:t>                print(</a:t>
            </a:r>
            <a:r>
              <a:rPr lang="en-IN" sz="1600" b="1" dirty="0" err="1"/>
              <a:t>f"ACTION</a:t>
            </a:r>
            <a:r>
              <a:rPr lang="en-IN" sz="1600" b="1" dirty="0"/>
              <a:t>: Copied to '</a:t>
            </a:r>
            <a:r>
              <a:rPr lang="en-IN" sz="1600" b="1" dirty="0" err="1"/>
              <a:t>Rejected_Candidates</a:t>
            </a:r>
            <a:r>
              <a:rPr lang="en-IN" sz="1600" b="1" dirty="0"/>
              <a:t>' folder.")</a:t>
            </a:r>
          </a:p>
          <a:p>
            <a:pPr marL="0" indent="0">
              <a:buNone/>
            </a:pPr>
            <a:r>
              <a:rPr lang="en-IN" sz="1600" b="1" dirty="0"/>
              <a:t>                if missing:</a:t>
            </a:r>
          </a:p>
          <a:p>
            <a:pPr marL="0" indent="0">
              <a:buNone/>
            </a:pPr>
            <a:r>
              <a:rPr lang="en-IN" sz="1600" b="1" dirty="0"/>
              <a:t>                    print(f"💡 MISSING CORE SKILLS: {', '.join(missing).upper()}")</a:t>
            </a:r>
          </a:p>
          <a:p>
            <a:pPr marL="0" indent="0">
              <a:buNone/>
            </a:pPr>
            <a:r>
              <a:rPr lang="en-IN" sz="1600" b="1" dirty="0"/>
              <a:t>            print("="*60 + "\n")     </a:t>
            </a:r>
          </a:p>
          <a:p>
            <a:pPr marL="0" indent="0">
              <a:buNone/>
            </a:pPr>
            <a:r>
              <a:rPr lang="en-IN" sz="1600" b="1" dirty="0"/>
              <a:t>        except Exception as e:</a:t>
            </a:r>
          </a:p>
          <a:p>
            <a:pPr marL="0" indent="0">
              <a:buNone/>
            </a:pPr>
            <a:r>
              <a:rPr lang="en-IN" sz="1600" b="1" dirty="0"/>
              <a:t>            print(f"⚠️ Error processing {</a:t>
            </a:r>
            <a:r>
              <a:rPr lang="en-IN" sz="1600" b="1" dirty="0" err="1"/>
              <a:t>file_name</a:t>
            </a:r>
            <a:r>
              <a:rPr lang="en-IN" sz="1600" b="1" dirty="0"/>
              <a:t>}: {e}")</a:t>
            </a:r>
          </a:p>
          <a:p>
            <a:pPr marL="0" indent="0">
              <a:buNone/>
            </a:pPr>
            <a:r>
              <a:rPr lang="en-IN" sz="1600" b="1" dirty="0"/>
              <a:t>if __name__ == "__main__":</a:t>
            </a:r>
          </a:p>
          <a:p>
            <a:pPr marL="0" indent="0">
              <a:buNone/>
            </a:pPr>
            <a:r>
              <a:rPr lang="en-IN" sz="1600" b="1" dirty="0"/>
              <a:t>    </a:t>
            </a:r>
            <a:r>
              <a:rPr lang="en-IN" sz="1600" b="1" dirty="0" err="1"/>
              <a:t>run_nlp_screener</a:t>
            </a:r>
            <a:r>
              <a:rPr lang="en-IN" sz="1600" b="1" dirty="0"/>
              <a:t>()</a:t>
            </a:r>
          </a:p>
          <a:p>
            <a:pPr marL="0" indent="0">
              <a:buNone/>
            </a:pPr>
            <a:endParaRPr lang="en-IN" sz="600" b="1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0DD13517-8190-2F96-416E-D352F7F373E7}"/>
              </a:ext>
            </a:extLst>
          </p:cNvPr>
          <p:cNvSpPr/>
          <p:nvPr/>
        </p:nvSpPr>
        <p:spPr>
          <a:xfrm flipH="1" flipV="1">
            <a:off x="11221014" y="-138543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6">
            <a:extLst>
              <a:ext uri="{FF2B5EF4-FFF2-40B4-BE49-F238E27FC236}">
                <a16:creationId xmlns="" xmlns:a16="http://schemas.microsoft.com/office/drawing/2014/main" id="{AC431170-D96E-6CD5-5A2D-C252982D3E38}"/>
              </a:ext>
            </a:extLst>
          </p:cNvPr>
          <p:cNvSpPr/>
          <p:nvPr/>
        </p:nvSpPr>
        <p:spPr>
          <a:xfrm rot="7488824">
            <a:off x="15605320" y="-338691"/>
            <a:ext cx="1880655" cy="3844991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2">
            <a:extLst>
              <a:ext uri="{FF2B5EF4-FFF2-40B4-BE49-F238E27FC236}">
                <a16:creationId xmlns="" xmlns:a16="http://schemas.microsoft.com/office/drawing/2014/main" id="{EE75FB11-D90F-F080-E25F-FF29314A2CAF}"/>
              </a:ext>
            </a:extLst>
          </p:cNvPr>
          <p:cNvSpPr/>
          <p:nvPr/>
        </p:nvSpPr>
        <p:spPr>
          <a:xfrm>
            <a:off x="0" y="8191500"/>
            <a:ext cx="2286000" cy="2209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="" xmlns:a16="http://schemas.microsoft.com/office/drawing/2014/main" id="{E6376828-2781-EDF0-5BE3-C97AD70E7D56}"/>
              </a:ext>
            </a:extLst>
          </p:cNvPr>
          <p:cNvSpPr/>
          <p:nvPr/>
        </p:nvSpPr>
        <p:spPr>
          <a:xfrm rot="7488824">
            <a:off x="113852" y="8948504"/>
            <a:ext cx="1698926" cy="1165264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="" xmlns:p14="http://schemas.microsoft.com/office/powerpoint/2010/main" val="290617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6098634-8CD1-4CD3-E251-5D32E15A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5DBAB94D-ECB6-4406-BF53-4DE95A2C3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479" y="0"/>
            <a:ext cx="11228522" cy="10229850"/>
          </a:xfrm>
          <a:prstGeom prst="rect">
            <a:avLst/>
          </a:prstGeom>
        </p:spPr>
      </p:pic>
      <p:sp>
        <p:nvSpPr>
          <p:cNvPr id="14" name="Freeform 2">
            <a:extLst>
              <a:ext uri="{FF2B5EF4-FFF2-40B4-BE49-F238E27FC236}">
                <a16:creationId xmlns="" xmlns:a16="http://schemas.microsoft.com/office/drawing/2014/main" id="{312D7DBB-7C4E-FC64-8FF6-B11CDAEBB7EF}"/>
              </a:ext>
            </a:extLst>
          </p:cNvPr>
          <p:cNvSpPr/>
          <p:nvPr/>
        </p:nvSpPr>
        <p:spPr>
          <a:xfrm>
            <a:off x="0" y="6362700"/>
            <a:ext cx="7059478" cy="4210088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6">
            <a:extLst>
              <a:ext uri="{FF2B5EF4-FFF2-40B4-BE49-F238E27FC236}">
                <a16:creationId xmlns="" xmlns:a16="http://schemas.microsoft.com/office/drawing/2014/main" id="{2972E081-40D3-9C3A-F6C5-6B4734BC07E5}"/>
              </a:ext>
            </a:extLst>
          </p:cNvPr>
          <p:cNvSpPr/>
          <p:nvPr/>
        </p:nvSpPr>
        <p:spPr>
          <a:xfrm rot="7488824">
            <a:off x="509338" y="615901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5166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553168-96B2-DAFF-25A2-AF0983C6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7300" b="1" dirty="0">
                <a:solidFill>
                  <a:schemeClr val="tx2">
                    <a:lumMod val="75000"/>
                  </a:schemeClr>
                </a:solidFill>
              </a:rPr>
              <a:t>Output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en-I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768A126C-212E-17B1-51FC-5174E3350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="" xmlns:a16="http://schemas.microsoft.com/office/drawing/2014/main" id="{16D61785-72D4-B11D-338E-16314D3FD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17373600" cy="8343887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800" dirty="0"/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13" name="Freeform 3">
            <a:extLst>
              <a:ext uri="{FF2B5EF4-FFF2-40B4-BE49-F238E27FC236}">
                <a16:creationId xmlns="" xmlns:a16="http://schemas.microsoft.com/office/drawing/2014/main" id="{275CD208-FE5B-DAFE-AFD4-AEC1020DDC99}"/>
              </a:ext>
            </a:extLst>
          </p:cNvPr>
          <p:cNvSpPr/>
          <p:nvPr/>
        </p:nvSpPr>
        <p:spPr>
          <a:xfrm flipH="1" flipV="1">
            <a:off x="12420600" y="-138543"/>
            <a:ext cx="5859892" cy="3529443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3A9F131-0D23-17DD-B64B-61FA75754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09701"/>
            <a:ext cx="14173200" cy="80009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8581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02B801-F2E2-5E2B-A0B9-F8C72E89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8400" y="914236"/>
            <a:ext cx="111252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b="1" u="sng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B17E693A-D1D7-DC1B-3822-BF930DFDCD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8432" y="1575891"/>
            <a:ext cx="11506200" cy="4622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Screening using NLP automates the hiring process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accurately matches resumes with job requirements.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Minimizes human bias in candidate selection.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effort, saves time, and improves recruitment quality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Efficiently handles large numbers of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D0848D5-03C9-2A77-8D60-A657D0BE2E37}"/>
              </a:ext>
            </a:extLst>
          </p:cNvPr>
          <p:cNvSpPr txBox="1"/>
          <p:nvPr/>
        </p:nvSpPr>
        <p:spPr>
          <a:xfrm>
            <a:off x="1676400" y="5594638"/>
            <a:ext cx="1181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79A7B3CF-2612-A269-3812-FD5C0C71F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="" xmlns:a16="http://schemas.microsoft.com/office/drawing/2014/main" id="{63B5B14B-9F2D-7FC7-A63D-8D5379345A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76400" y="6313557"/>
            <a:ext cx="1645920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/>
              <a:t>Real-time Portal Integration:</a:t>
            </a:r>
            <a:r>
              <a:rPr lang="en-US" sz="3200" dirty="0"/>
              <a:t> The system can be expanded into a web-based platform using       </a:t>
            </a:r>
            <a:r>
              <a:rPr lang="en-US" sz="3600" dirty="0"/>
              <a:t>Flask</a:t>
            </a:r>
            <a:r>
              <a:rPr lang="en-US" sz="3200" dirty="0"/>
              <a:t> or </a:t>
            </a:r>
            <a:r>
              <a:rPr lang="en-US" sz="3600" dirty="0"/>
              <a:t>Django</a:t>
            </a:r>
            <a:r>
              <a:rPr lang="en-US" sz="3200" dirty="0"/>
              <a:t> for real-time resume uploading and instant HR dashboard updates.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skill recommendation can be added.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="" xmlns:a16="http://schemas.microsoft.com/office/drawing/2014/main" id="{20FA8D69-54CD-3A2F-5F2A-5371E994AE33}"/>
              </a:ext>
            </a:extLst>
          </p:cNvPr>
          <p:cNvSpPr/>
          <p:nvPr/>
        </p:nvSpPr>
        <p:spPr>
          <a:xfrm flipH="1" flipV="1">
            <a:off x="11221014" y="-16853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2">
            <a:extLst>
              <a:ext uri="{FF2B5EF4-FFF2-40B4-BE49-F238E27FC236}">
                <a16:creationId xmlns="" xmlns:a16="http://schemas.microsoft.com/office/drawing/2014/main" id="{D1225F4B-C975-A670-809D-3F8FF53D624E}"/>
              </a:ext>
            </a:extLst>
          </p:cNvPr>
          <p:cNvSpPr/>
          <p:nvPr/>
        </p:nvSpPr>
        <p:spPr>
          <a:xfrm>
            <a:off x="0" y="7505700"/>
            <a:ext cx="4343400" cy="2895599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="" xmlns:p14="http://schemas.microsoft.com/office/powerpoint/2010/main" val="415004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556</Words>
  <Application>Microsoft Office PowerPoint</Application>
  <PresentationFormat>Custom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Anantason Bold</vt:lpstr>
      <vt:lpstr>Cloud</vt:lpstr>
      <vt:lpstr>Anantason</vt:lpstr>
      <vt:lpstr>Cloud Bold</vt:lpstr>
      <vt:lpstr>Google Sans Text</vt:lpstr>
      <vt:lpstr>Google Sans</vt:lpstr>
      <vt:lpstr>Times New Roman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Output:</vt:lpstr>
      <vt:lpstr>Conclusion: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dc:creator>AMRUTHA VARSHINI</dc:creator>
  <cp:lastModifiedBy>rvr</cp:lastModifiedBy>
  <cp:revision>11</cp:revision>
  <dcterms:created xsi:type="dcterms:W3CDTF">2006-08-16T00:00:00Z</dcterms:created>
  <dcterms:modified xsi:type="dcterms:W3CDTF">2026-02-26T08:58:44Z</dcterms:modified>
  <dc:identifier>DAG_aawYCN0</dc:identifier>
</cp:coreProperties>
</file>